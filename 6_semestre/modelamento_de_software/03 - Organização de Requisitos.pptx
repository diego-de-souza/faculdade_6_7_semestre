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57" r:id="rId2"/>
  </p:sldMasterIdLst>
  <p:notesMasterIdLst>
    <p:notesMasterId r:id="rId17"/>
  </p:notesMasterIdLst>
  <p:sldIdLst>
    <p:sldId id="256" r:id="rId3"/>
    <p:sldId id="258" r:id="rId4"/>
    <p:sldId id="260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90" r:id="rId13"/>
    <p:sldId id="291" r:id="rId14"/>
    <p:sldId id="279" r:id="rId15"/>
    <p:sldId id="280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2" roundtripDataSignature="AMtx7mjWnchYifZvM2i74V2VQ1vqN1bh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3" Type="http://schemas.openxmlformats.org/officeDocument/2006/relationships/slide" Target="slides/slide1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32" Type="http://customschemas.google.com/relationships/presentationmetadata" Target="meta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35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21A2089-A6E8-4D77-B8A9-59B6E9DA441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8524688E-B90B-468F-AC14-751FFBD04C83}">
      <dgm:prSet phldrT="[Texto]"/>
      <dgm:spPr/>
      <dgm:t>
        <a:bodyPr/>
        <a:lstStyle/>
        <a:p>
          <a:pPr>
            <a:lnSpc>
              <a:spcPct val="100000"/>
            </a:lnSpc>
          </a:pPr>
          <a:r>
            <a:rPr lang="pt-BR" b="0" i="0">
              <a:solidFill>
                <a:srgbClr val="030712"/>
              </a:solidFill>
              <a:effectLst/>
              <a:latin typeface="ui-sans-serif"/>
            </a:rPr>
            <a:t>"O sistema deve permitir que clientes busquem produtos por categoria, marca, modelo e ano do veículo."</a:t>
          </a:r>
          <a:endParaRPr lang="pt-BR"/>
        </a:p>
      </dgm:t>
    </dgm:pt>
    <dgm:pt modelId="{69D30F65-873D-410B-8809-7EAB4368F7F3}" type="parTrans" cxnId="{6838DEFD-2EE5-49BE-B1C2-B20F0706586D}">
      <dgm:prSet/>
      <dgm:spPr/>
      <dgm:t>
        <a:bodyPr/>
        <a:lstStyle/>
        <a:p>
          <a:endParaRPr lang="pt-BR"/>
        </a:p>
      </dgm:t>
    </dgm:pt>
    <dgm:pt modelId="{4E916B83-15AD-47D9-9808-C00A431CC0D9}" type="sibTrans" cxnId="{6838DEFD-2EE5-49BE-B1C2-B20F0706586D}">
      <dgm:prSet/>
      <dgm:spPr/>
      <dgm:t>
        <a:bodyPr/>
        <a:lstStyle/>
        <a:p>
          <a:endParaRPr lang="pt-BR"/>
        </a:p>
      </dgm:t>
    </dgm:pt>
    <dgm:pt modelId="{39B7C933-F8D9-440B-8B16-B353DAA1B955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0" i="0">
              <a:solidFill>
                <a:srgbClr val="030712"/>
              </a:solidFill>
              <a:effectLst/>
              <a:latin typeface="ui-sans-serif"/>
            </a:rPr>
            <a:t>"O sistema deve permitir que usuários cadastrados salvem uma lista de veículos para filtrar apenas peças compatíveis."</a:t>
          </a:r>
        </a:p>
      </dgm:t>
    </dgm:pt>
    <dgm:pt modelId="{E9F3E49E-2712-467E-A07E-A520B3D945E1}" type="parTrans" cxnId="{074DC146-9535-4724-9A7E-E7EF87751C05}">
      <dgm:prSet/>
      <dgm:spPr/>
      <dgm:t>
        <a:bodyPr/>
        <a:lstStyle/>
        <a:p>
          <a:endParaRPr lang="pt-BR"/>
        </a:p>
      </dgm:t>
    </dgm:pt>
    <dgm:pt modelId="{DD679D13-69C3-49CC-A7A7-7DEF7DD8E14A}" type="sibTrans" cxnId="{074DC146-9535-4724-9A7E-E7EF87751C05}">
      <dgm:prSet/>
      <dgm:spPr/>
      <dgm:t>
        <a:bodyPr/>
        <a:lstStyle/>
        <a:p>
          <a:endParaRPr lang="pt-BR"/>
        </a:p>
      </dgm:t>
    </dgm:pt>
    <dgm:pt modelId="{11AD0F2C-EB09-4354-A6DC-0B23C15C5BA7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0" i="0">
              <a:solidFill>
                <a:srgbClr val="030712"/>
              </a:solidFill>
              <a:effectLst/>
              <a:latin typeface="ui-sans-serif"/>
            </a:rPr>
            <a:t>"O sistema deve calcular automaticamente o frete com base no CEP do cliente e peso dos produtos."</a:t>
          </a:r>
        </a:p>
      </dgm:t>
    </dgm:pt>
    <dgm:pt modelId="{089F94BC-E0A3-46BA-8D8B-C242BD3D2487}" type="parTrans" cxnId="{EFBA9BCC-F3AF-4896-8B7D-ADEB1D6E435C}">
      <dgm:prSet/>
      <dgm:spPr/>
      <dgm:t>
        <a:bodyPr/>
        <a:lstStyle/>
        <a:p>
          <a:endParaRPr lang="pt-BR"/>
        </a:p>
      </dgm:t>
    </dgm:pt>
    <dgm:pt modelId="{DD2897E9-516D-4A03-9EB8-9126D846249C}" type="sibTrans" cxnId="{EFBA9BCC-F3AF-4896-8B7D-ADEB1D6E435C}">
      <dgm:prSet/>
      <dgm:spPr/>
      <dgm:t>
        <a:bodyPr/>
        <a:lstStyle/>
        <a:p>
          <a:endParaRPr lang="pt-BR"/>
        </a:p>
      </dgm:t>
    </dgm:pt>
    <dgm:pt modelId="{FE2F1378-2813-4082-AB41-F9E6A6225906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0" i="0" dirty="0">
              <a:solidFill>
                <a:srgbClr val="030712"/>
              </a:solidFill>
              <a:effectLst/>
              <a:latin typeface="ui-sans-serif"/>
            </a:rPr>
            <a:t>"O sistema deve enviar notificações automáticas quando um pedido mudar de status."</a:t>
          </a:r>
        </a:p>
      </dgm:t>
    </dgm:pt>
    <dgm:pt modelId="{3976E341-FBEF-4F1C-B14B-138AADC4B6D5}" type="parTrans" cxnId="{634D7C5F-319E-4898-BD4C-CF07BCBE673F}">
      <dgm:prSet/>
      <dgm:spPr/>
      <dgm:t>
        <a:bodyPr/>
        <a:lstStyle/>
        <a:p>
          <a:endParaRPr lang="pt-BR"/>
        </a:p>
      </dgm:t>
    </dgm:pt>
    <dgm:pt modelId="{92371200-8242-42B7-A135-DB46FF1C7DEA}" type="sibTrans" cxnId="{634D7C5F-319E-4898-BD4C-CF07BCBE673F}">
      <dgm:prSet/>
      <dgm:spPr/>
      <dgm:t>
        <a:bodyPr/>
        <a:lstStyle/>
        <a:p>
          <a:endParaRPr lang="pt-BR"/>
        </a:p>
      </dgm:t>
    </dgm:pt>
    <dgm:pt modelId="{E5098BAE-04CA-41D0-9863-16E8A0076F9C}" type="pres">
      <dgm:prSet presAssocID="{321A2089-A6E8-4D77-B8A9-59B6E9DA4411}" presName="root" presStyleCnt="0">
        <dgm:presLayoutVars>
          <dgm:dir/>
          <dgm:resizeHandles val="exact"/>
        </dgm:presLayoutVars>
      </dgm:prSet>
      <dgm:spPr/>
    </dgm:pt>
    <dgm:pt modelId="{EB71B180-CAF5-4F8F-901B-7A7B32BB19D2}" type="pres">
      <dgm:prSet presAssocID="{8524688E-B90B-468F-AC14-751FFBD04C83}" presName="compNode" presStyleCnt="0"/>
      <dgm:spPr/>
    </dgm:pt>
    <dgm:pt modelId="{BB33C43F-3786-4E43-AD29-E634F3CDC273}" type="pres">
      <dgm:prSet presAssocID="{8524688E-B90B-468F-AC14-751FFBD04C83}" presName="bgRect" presStyleLbl="bgShp" presStyleIdx="0" presStyleCnt="4"/>
      <dgm:spPr/>
    </dgm:pt>
    <dgm:pt modelId="{1E889ED4-E26F-478A-AAAE-14563D3D4672}" type="pres">
      <dgm:prSet presAssocID="{8524688E-B90B-468F-AC14-751FFBD04C8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ótulo"/>
        </a:ext>
      </dgm:extLst>
    </dgm:pt>
    <dgm:pt modelId="{4665B23E-C330-46FB-8ECA-074A0E95FCC3}" type="pres">
      <dgm:prSet presAssocID="{8524688E-B90B-468F-AC14-751FFBD04C83}" presName="spaceRect" presStyleCnt="0"/>
      <dgm:spPr/>
    </dgm:pt>
    <dgm:pt modelId="{259360CD-4C14-41F5-BEB0-B102FD719A18}" type="pres">
      <dgm:prSet presAssocID="{8524688E-B90B-468F-AC14-751FFBD04C83}" presName="parTx" presStyleLbl="revTx" presStyleIdx="0" presStyleCnt="4">
        <dgm:presLayoutVars>
          <dgm:chMax val="0"/>
          <dgm:chPref val="0"/>
        </dgm:presLayoutVars>
      </dgm:prSet>
      <dgm:spPr/>
    </dgm:pt>
    <dgm:pt modelId="{9AC18575-6005-4D8C-99D8-2EAC5BF26C2E}" type="pres">
      <dgm:prSet presAssocID="{4E916B83-15AD-47D9-9808-C00A431CC0D9}" presName="sibTrans" presStyleCnt="0"/>
      <dgm:spPr/>
    </dgm:pt>
    <dgm:pt modelId="{2382FF2A-BC47-4CE7-B883-8FD260D942BC}" type="pres">
      <dgm:prSet presAssocID="{39B7C933-F8D9-440B-8B16-B353DAA1B955}" presName="compNode" presStyleCnt="0"/>
      <dgm:spPr/>
    </dgm:pt>
    <dgm:pt modelId="{52785555-BC42-4E66-96E0-4F514255D858}" type="pres">
      <dgm:prSet presAssocID="{39B7C933-F8D9-440B-8B16-B353DAA1B955}" presName="bgRect" presStyleLbl="bgShp" presStyleIdx="1" presStyleCnt="4"/>
      <dgm:spPr/>
    </dgm:pt>
    <dgm:pt modelId="{2E91F4A1-AC09-4C84-8C59-BDC817DAAA72}" type="pres">
      <dgm:prSet presAssocID="{39B7C933-F8D9-440B-8B16-B353DAA1B95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5B056D35-46D8-4B5E-A12B-2A8B2DAECDC1}" type="pres">
      <dgm:prSet presAssocID="{39B7C933-F8D9-440B-8B16-B353DAA1B955}" presName="spaceRect" presStyleCnt="0"/>
      <dgm:spPr/>
    </dgm:pt>
    <dgm:pt modelId="{0F3256E0-F494-41D9-A97F-83B98CAEF79B}" type="pres">
      <dgm:prSet presAssocID="{39B7C933-F8D9-440B-8B16-B353DAA1B955}" presName="parTx" presStyleLbl="revTx" presStyleIdx="1" presStyleCnt="4">
        <dgm:presLayoutVars>
          <dgm:chMax val="0"/>
          <dgm:chPref val="0"/>
        </dgm:presLayoutVars>
      </dgm:prSet>
      <dgm:spPr/>
    </dgm:pt>
    <dgm:pt modelId="{EC363DAF-2528-4A41-94E2-BD37B2479A9C}" type="pres">
      <dgm:prSet presAssocID="{DD679D13-69C3-49CC-A7A7-7DEF7DD8E14A}" presName="sibTrans" presStyleCnt="0"/>
      <dgm:spPr/>
    </dgm:pt>
    <dgm:pt modelId="{5CEDF00B-1AF2-449D-83BB-40CE96286409}" type="pres">
      <dgm:prSet presAssocID="{11AD0F2C-EB09-4354-A6DC-0B23C15C5BA7}" presName="compNode" presStyleCnt="0"/>
      <dgm:spPr/>
    </dgm:pt>
    <dgm:pt modelId="{C660B33A-3579-44D1-AF9D-5A8C5E6C91C8}" type="pres">
      <dgm:prSet presAssocID="{11AD0F2C-EB09-4354-A6DC-0B23C15C5BA7}" presName="bgRect" presStyleLbl="bgShp" presStyleIdx="2" presStyleCnt="4"/>
      <dgm:spPr/>
    </dgm:pt>
    <dgm:pt modelId="{1BF40D1A-A563-40C6-B4B5-09FE3070EABA}" type="pres">
      <dgm:prSet presAssocID="{11AD0F2C-EB09-4354-A6DC-0B23C15C5BA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uck"/>
        </a:ext>
      </dgm:extLst>
    </dgm:pt>
    <dgm:pt modelId="{FA156B6B-74F5-4040-8519-A708FE3D1940}" type="pres">
      <dgm:prSet presAssocID="{11AD0F2C-EB09-4354-A6DC-0B23C15C5BA7}" presName="spaceRect" presStyleCnt="0"/>
      <dgm:spPr/>
    </dgm:pt>
    <dgm:pt modelId="{A56307ED-71B8-43F5-BC78-AB0F7A858352}" type="pres">
      <dgm:prSet presAssocID="{11AD0F2C-EB09-4354-A6DC-0B23C15C5BA7}" presName="parTx" presStyleLbl="revTx" presStyleIdx="2" presStyleCnt="4">
        <dgm:presLayoutVars>
          <dgm:chMax val="0"/>
          <dgm:chPref val="0"/>
        </dgm:presLayoutVars>
      </dgm:prSet>
      <dgm:spPr/>
    </dgm:pt>
    <dgm:pt modelId="{5D389705-F054-49E3-8A1F-5204388F5670}" type="pres">
      <dgm:prSet presAssocID="{DD2897E9-516D-4A03-9EB8-9126D846249C}" presName="sibTrans" presStyleCnt="0"/>
      <dgm:spPr/>
    </dgm:pt>
    <dgm:pt modelId="{308FE3F4-C813-4788-8B47-012A5EE93D43}" type="pres">
      <dgm:prSet presAssocID="{FE2F1378-2813-4082-AB41-F9E6A6225906}" presName="compNode" presStyleCnt="0"/>
      <dgm:spPr/>
    </dgm:pt>
    <dgm:pt modelId="{A1ABB1FB-8BB9-4CB9-9634-C775CAED03F6}" type="pres">
      <dgm:prSet presAssocID="{FE2F1378-2813-4082-AB41-F9E6A6225906}" presName="bgRect" presStyleLbl="bgShp" presStyleIdx="3" presStyleCnt="4"/>
      <dgm:spPr/>
    </dgm:pt>
    <dgm:pt modelId="{5A26414C-B24D-416D-8F70-D754FE3936CC}" type="pres">
      <dgm:prSet presAssocID="{FE2F1378-2813-4082-AB41-F9E6A622590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F16C71B7-C6BF-4124-8CB8-99551AE74DF7}" type="pres">
      <dgm:prSet presAssocID="{FE2F1378-2813-4082-AB41-F9E6A6225906}" presName="spaceRect" presStyleCnt="0"/>
      <dgm:spPr/>
    </dgm:pt>
    <dgm:pt modelId="{F773DD40-A688-4938-8A60-706A793D0474}" type="pres">
      <dgm:prSet presAssocID="{FE2F1378-2813-4082-AB41-F9E6A622590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A059F1B-4421-4A21-A07D-45880467CDCE}" type="presOf" srcId="{11AD0F2C-EB09-4354-A6DC-0B23C15C5BA7}" destId="{A56307ED-71B8-43F5-BC78-AB0F7A858352}" srcOrd="0" destOrd="0" presId="urn:microsoft.com/office/officeart/2018/2/layout/IconVerticalSolidList"/>
    <dgm:cxn modelId="{58ACD92E-144F-40C1-834A-0B636C2C08E7}" type="presOf" srcId="{321A2089-A6E8-4D77-B8A9-59B6E9DA4411}" destId="{E5098BAE-04CA-41D0-9863-16E8A0076F9C}" srcOrd="0" destOrd="0" presId="urn:microsoft.com/office/officeart/2018/2/layout/IconVerticalSolidList"/>
    <dgm:cxn modelId="{EB3A9635-D00E-47BC-8D53-AE41EAA3BD25}" type="presOf" srcId="{8524688E-B90B-468F-AC14-751FFBD04C83}" destId="{259360CD-4C14-41F5-BEB0-B102FD719A18}" srcOrd="0" destOrd="0" presId="urn:microsoft.com/office/officeart/2018/2/layout/IconVerticalSolidList"/>
    <dgm:cxn modelId="{634D7C5F-319E-4898-BD4C-CF07BCBE673F}" srcId="{321A2089-A6E8-4D77-B8A9-59B6E9DA4411}" destId="{FE2F1378-2813-4082-AB41-F9E6A6225906}" srcOrd="3" destOrd="0" parTransId="{3976E341-FBEF-4F1C-B14B-138AADC4B6D5}" sibTransId="{92371200-8242-42B7-A135-DB46FF1C7DEA}"/>
    <dgm:cxn modelId="{074DC146-9535-4724-9A7E-E7EF87751C05}" srcId="{321A2089-A6E8-4D77-B8A9-59B6E9DA4411}" destId="{39B7C933-F8D9-440B-8B16-B353DAA1B955}" srcOrd="1" destOrd="0" parTransId="{E9F3E49E-2712-467E-A07E-A520B3D945E1}" sibTransId="{DD679D13-69C3-49CC-A7A7-7DEF7DD8E14A}"/>
    <dgm:cxn modelId="{1C4FA27A-2DE8-4D7F-AFF4-D4857D0875D9}" type="presOf" srcId="{39B7C933-F8D9-440B-8B16-B353DAA1B955}" destId="{0F3256E0-F494-41D9-A97F-83B98CAEF79B}" srcOrd="0" destOrd="0" presId="urn:microsoft.com/office/officeart/2018/2/layout/IconVerticalSolidList"/>
    <dgm:cxn modelId="{E1CA909B-EC2B-4D55-9037-AEADB0E902E9}" type="presOf" srcId="{FE2F1378-2813-4082-AB41-F9E6A6225906}" destId="{F773DD40-A688-4938-8A60-706A793D0474}" srcOrd="0" destOrd="0" presId="urn:microsoft.com/office/officeart/2018/2/layout/IconVerticalSolidList"/>
    <dgm:cxn modelId="{EFBA9BCC-F3AF-4896-8B7D-ADEB1D6E435C}" srcId="{321A2089-A6E8-4D77-B8A9-59B6E9DA4411}" destId="{11AD0F2C-EB09-4354-A6DC-0B23C15C5BA7}" srcOrd="2" destOrd="0" parTransId="{089F94BC-E0A3-46BA-8D8B-C242BD3D2487}" sibTransId="{DD2897E9-516D-4A03-9EB8-9126D846249C}"/>
    <dgm:cxn modelId="{6838DEFD-2EE5-49BE-B1C2-B20F0706586D}" srcId="{321A2089-A6E8-4D77-B8A9-59B6E9DA4411}" destId="{8524688E-B90B-468F-AC14-751FFBD04C83}" srcOrd="0" destOrd="0" parTransId="{69D30F65-873D-410B-8809-7EAB4368F7F3}" sibTransId="{4E916B83-15AD-47D9-9808-C00A431CC0D9}"/>
    <dgm:cxn modelId="{1B104DB6-585A-4DFE-AC5B-79FD5FBA9B52}" type="presParOf" srcId="{E5098BAE-04CA-41D0-9863-16E8A0076F9C}" destId="{EB71B180-CAF5-4F8F-901B-7A7B32BB19D2}" srcOrd="0" destOrd="0" presId="urn:microsoft.com/office/officeart/2018/2/layout/IconVerticalSolidList"/>
    <dgm:cxn modelId="{5FCD5BC9-64BE-4B8B-9F6F-1AB560617009}" type="presParOf" srcId="{EB71B180-CAF5-4F8F-901B-7A7B32BB19D2}" destId="{BB33C43F-3786-4E43-AD29-E634F3CDC273}" srcOrd="0" destOrd="0" presId="urn:microsoft.com/office/officeart/2018/2/layout/IconVerticalSolidList"/>
    <dgm:cxn modelId="{2B90AABB-07B4-4EBA-B6DD-04A7DD35F792}" type="presParOf" srcId="{EB71B180-CAF5-4F8F-901B-7A7B32BB19D2}" destId="{1E889ED4-E26F-478A-AAAE-14563D3D4672}" srcOrd="1" destOrd="0" presId="urn:microsoft.com/office/officeart/2018/2/layout/IconVerticalSolidList"/>
    <dgm:cxn modelId="{742A2485-E690-4740-B35C-37672263592A}" type="presParOf" srcId="{EB71B180-CAF5-4F8F-901B-7A7B32BB19D2}" destId="{4665B23E-C330-46FB-8ECA-074A0E95FCC3}" srcOrd="2" destOrd="0" presId="urn:microsoft.com/office/officeart/2018/2/layout/IconVerticalSolidList"/>
    <dgm:cxn modelId="{73EC0BD2-D070-4E51-BB25-A9508AFEF2AD}" type="presParOf" srcId="{EB71B180-CAF5-4F8F-901B-7A7B32BB19D2}" destId="{259360CD-4C14-41F5-BEB0-B102FD719A18}" srcOrd="3" destOrd="0" presId="urn:microsoft.com/office/officeart/2018/2/layout/IconVerticalSolidList"/>
    <dgm:cxn modelId="{658B8A8D-3A5E-410B-AB7F-6492399D1613}" type="presParOf" srcId="{E5098BAE-04CA-41D0-9863-16E8A0076F9C}" destId="{9AC18575-6005-4D8C-99D8-2EAC5BF26C2E}" srcOrd="1" destOrd="0" presId="urn:microsoft.com/office/officeart/2018/2/layout/IconVerticalSolidList"/>
    <dgm:cxn modelId="{8AA9BF25-BBAE-41C2-9432-86037B7D0A6F}" type="presParOf" srcId="{E5098BAE-04CA-41D0-9863-16E8A0076F9C}" destId="{2382FF2A-BC47-4CE7-B883-8FD260D942BC}" srcOrd="2" destOrd="0" presId="urn:microsoft.com/office/officeart/2018/2/layout/IconVerticalSolidList"/>
    <dgm:cxn modelId="{28F40BA3-B8A1-4FD5-A1BA-1286D9D83C53}" type="presParOf" srcId="{2382FF2A-BC47-4CE7-B883-8FD260D942BC}" destId="{52785555-BC42-4E66-96E0-4F514255D858}" srcOrd="0" destOrd="0" presId="urn:microsoft.com/office/officeart/2018/2/layout/IconVerticalSolidList"/>
    <dgm:cxn modelId="{DCA7AE9D-221A-4429-BC22-D8AD1B4CBC8A}" type="presParOf" srcId="{2382FF2A-BC47-4CE7-B883-8FD260D942BC}" destId="{2E91F4A1-AC09-4C84-8C59-BDC817DAAA72}" srcOrd="1" destOrd="0" presId="urn:microsoft.com/office/officeart/2018/2/layout/IconVerticalSolidList"/>
    <dgm:cxn modelId="{66EC5408-47C7-408C-AC49-CEBAD7B4711A}" type="presParOf" srcId="{2382FF2A-BC47-4CE7-B883-8FD260D942BC}" destId="{5B056D35-46D8-4B5E-A12B-2A8B2DAECDC1}" srcOrd="2" destOrd="0" presId="urn:microsoft.com/office/officeart/2018/2/layout/IconVerticalSolidList"/>
    <dgm:cxn modelId="{419E8786-A62E-4036-8FF5-61B499725B3A}" type="presParOf" srcId="{2382FF2A-BC47-4CE7-B883-8FD260D942BC}" destId="{0F3256E0-F494-41D9-A97F-83B98CAEF79B}" srcOrd="3" destOrd="0" presId="urn:microsoft.com/office/officeart/2018/2/layout/IconVerticalSolidList"/>
    <dgm:cxn modelId="{1110D503-A599-4678-96DB-52D60D9EA1A1}" type="presParOf" srcId="{E5098BAE-04CA-41D0-9863-16E8A0076F9C}" destId="{EC363DAF-2528-4A41-94E2-BD37B2479A9C}" srcOrd="3" destOrd="0" presId="urn:microsoft.com/office/officeart/2018/2/layout/IconVerticalSolidList"/>
    <dgm:cxn modelId="{37677276-6F6D-4A0E-A79F-91F30A0737F7}" type="presParOf" srcId="{E5098BAE-04CA-41D0-9863-16E8A0076F9C}" destId="{5CEDF00B-1AF2-449D-83BB-40CE96286409}" srcOrd="4" destOrd="0" presId="urn:microsoft.com/office/officeart/2018/2/layout/IconVerticalSolidList"/>
    <dgm:cxn modelId="{B07049C2-65C7-4014-8D18-3C0D7747AEF7}" type="presParOf" srcId="{5CEDF00B-1AF2-449D-83BB-40CE96286409}" destId="{C660B33A-3579-44D1-AF9D-5A8C5E6C91C8}" srcOrd="0" destOrd="0" presId="urn:microsoft.com/office/officeart/2018/2/layout/IconVerticalSolidList"/>
    <dgm:cxn modelId="{9E272F24-4BF1-4D1B-AD69-BB5D1CA4E260}" type="presParOf" srcId="{5CEDF00B-1AF2-449D-83BB-40CE96286409}" destId="{1BF40D1A-A563-40C6-B4B5-09FE3070EABA}" srcOrd="1" destOrd="0" presId="urn:microsoft.com/office/officeart/2018/2/layout/IconVerticalSolidList"/>
    <dgm:cxn modelId="{733678F1-984D-402D-81E4-56C166F734F9}" type="presParOf" srcId="{5CEDF00B-1AF2-449D-83BB-40CE96286409}" destId="{FA156B6B-74F5-4040-8519-A708FE3D1940}" srcOrd="2" destOrd="0" presId="urn:microsoft.com/office/officeart/2018/2/layout/IconVerticalSolidList"/>
    <dgm:cxn modelId="{A21DADDF-CE98-4538-85B1-80C5FA866FBE}" type="presParOf" srcId="{5CEDF00B-1AF2-449D-83BB-40CE96286409}" destId="{A56307ED-71B8-43F5-BC78-AB0F7A858352}" srcOrd="3" destOrd="0" presId="urn:microsoft.com/office/officeart/2018/2/layout/IconVerticalSolidList"/>
    <dgm:cxn modelId="{4D633EA9-118E-4633-9FD4-08C5AB0169FA}" type="presParOf" srcId="{E5098BAE-04CA-41D0-9863-16E8A0076F9C}" destId="{5D389705-F054-49E3-8A1F-5204388F5670}" srcOrd="5" destOrd="0" presId="urn:microsoft.com/office/officeart/2018/2/layout/IconVerticalSolidList"/>
    <dgm:cxn modelId="{6B33B206-FBE4-4122-943A-54F2689A9B05}" type="presParOf" srcId="{E5098BAE-04CA-41D0-9863-16E8A0076F9C}" destId="{308FE3F4-C813-4788-8B47-012A5EE93D43}" srcOrd="6" destOrd="0" presId="urn:microsoft.com/office/officeart/2018/2/layout/IconVerticalSolidList"/>
    <dgm:cxn modelId="{136F8A4E-31E9-4472-9BB4-2BE5EF9B71E9}" type="presParOf" srcId="{308FE3F4-C813-4788-8B47-012A5EE93D43}" destId="{A1ABB1FB-8BB9-4CB9-9634-C775CAED03F6}" srcOrd="0" destOrd="0" presId="urn:microsoft.com/office/officeart/2018/2/layout/IconVerticalSolidList"/>
    <dgm:cxn modelId="{995D96BC-5D18-43F0-A53D-1998AA0C7E57}" type="presParOf" srcId="{308FE3F4-C813-4788-8B47-012A5EE93D43}" destId="{5A26414C-B24D-416D-8F70-D754FE3936CC}" srcOrd="1" destOrd="0" presId="urn:microsoft.com/office/officeart/2018/2/layout/IconVerticalSolidList"/>
    <dgm:cxn modelId="{46453E77-3E04-4565-AABC-EF517CF1D019}" type="presParOf" srcId="{308FE3F4-C813-4788-8B47-012A5EE93D43}" destId="{F16C71B7-C6BF-4124-8CB8-99551AE74DF7}" srcOrd="2" destOrd="0" presId="urn:microsoft.com/office/officeart/2018/2/layout/IconVerticalSolidList"/>
    <dgm:cxn modelId="{9193C553-11DD-43E6-B676-052B1DCA4F3D}" type="presParOf" srcId="{308FE3F4-C813-4788-8B47-012A5EE93D43}" destId="{F773DD40-A688-4938-8A60-706A793D047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359F497-FD55-4040-A614-21CD22CC42C9}" type="doc">
      <dgm:prSet loTypeId="urn:microsoft.com/office/officeart/2005/8/layout/default" loCatId="list" qsTypeId="urn:microsoft.com/office/officeart/2005/8/quickstyle/simple2" qsCatId="simple" csTypeId="urn:microsoft.com/office/officeart/2005/8/colors/colorful5" csCatId="colorful" phldr="1"/>
      <dgm:spPr/>
      <dgm:t>
        <a:bodyPr/>
        <a:lstStyle/>
        <a:p>
          <a:endParaRPr lang="pt-BR"/>
        </a:p>
      </dgm:t>
    </dgm:pt>
    <dgm:pt modelId="{366F2F51-400F-4FFC-96D4-2DA8683B6F12}">
      <dgm:prSet phldrT="[Texto]"/>
      <dgm:spPr/>
      <dgm:t>
        <a:bodyPr/>
        <a:lstStyle/>
        <a:p>
          <a:r>
            <a:rPr lang="pt-BR" b="1" i="0" dirty="0"/>
            <a:t>Usabilidade</a:t>
          </a:r>
          <a:endParaRPr lang="pt-BR" dirty="0"/>
        </a:p>
      </dgm:t>
    </dgm:pt>
    <dgm:pt modelId="{83A52DED-7F5F-450B-923F-15401079005F}" type="parTrans" cxnId="{2D4D8C30-7A27-403E-BC0F-7AF6A22D3CE9}">
      <dgm:prSet/>
      <dgm:spPr/>
      <dgm:t>
        <a:bodyPr/>
        <a:lstStyle/>
        <a:p>
          <a:endParaRPr lang="pt-BR"/>
        </a:p>
      </dgm:t>
    </dgm:pt>
    <dgm:pt modelId="{D81344F9-2299-4038-A9B1-5B43D992115D}" type="sibTrans" cxnId="{2D4D8C30-7A27-403E-BC0F-7AF6A22D3CE9}">
      <dgm:prSet/>
      <dgm:spPr/>
      <dgm:t>
        <a:bodyPr/>
        <a:lstStyle/>
        <a:p>
          <a:endParaRPr lang="pt-BR"/>
        </a:p>
      </dgm:t>
    </dgm:pt>
    <dgm:pt modelId="{1B4BE246-9992-4913-BD79-CF1F63AFA995}">
      <dgm:prSet/>
      <dgm:spPr/>
      <dgm:t>
        <a:bodyPr/>
        <a:lstStyle/>
        <a:p>
          <a:r>
            <a:rPr lang="pt-BR" b="0" i="0" dirty="0"/>
            <a:t>Facilidade de uso e aprendizado</a:t>
          </a:r>
        </a:p>
      </dgm:t>
    </dgm:pt>
    <dgm:pt modelId="{59EE79E1-ABE4-4955-AF0E-84352C5B85B3}" type="parTrans" cxnId="{01D7FDEB-7918-4B2B-B548-F960485FE70F}">
      <dgm:prSet/>
      <dgm:spPr/>
      <dgm:t>
        <a:bodyPr/>
        <a:lstStyle/>
        <a:p>
          <a:endParaRPr lang="pt-BR"/>
        </a:p>
      </dgm:t>
    </dgm:pt>
    <dgm:pt modelId="{873F00E5-D1B2-4708-A378-9E67CBA58620}" type="sibTrans" cxnId="{01D7FDEB-7918-4B2B-B548-F960485FE70F}">
      <dgm:prSet/>
      <dgm:spPr/>
      <dgm:t>
        <a:bodyPr/>
        <a:lstStyle/>
        <a:p>
          <a:endParaRPr lang="pt-BR"/>
        </a:p>
      </dgm:t>
    </dgm:pt>
    <dgm:pt modelId="{88DC1E75-CEDA-421D-A2B4-CBA9A1A547F3}">
      <dgm:prSet/>
      <dgm:spPr/>
      <dgm:t>
        <a:bodyPr/>
        <a:lstStyle/>
        <a:p>
          <a:r>
            <a:rPr lang="pt-BR" b="1" i="0"/>
            <a:t>Desempenho</a:t>
          </a:r>
        </a:p>
      </dgm:t>
    </dgm:pt>
    <dgm:pt modelId="{CF30C044-2892-40AE-90C9-AC93A837C3CA}" type="parTrans" cxnId="{E4543B25-CFE0-4394-B98D-4D912214625E}">
      <dgm:prSet/>
      <dgm:spPr/>
      <dgm:t>
        <a:bodyPr/>
        <a:lstStyle/>
        <a:p>
          <a:endParaRPr lang="pt-BR"/>
        </a:p>
      </dgm:t>
    </dgm:pt>
    <dgm:pt modelId="{55CE311E-A985-424A-A071-DC3C94AF946F}" type="sibTrans" cxnId="{E4543B25-CFE0-4394-B98D-4D912214625E}">
      <dgm:prSet/>
      <dgm:spPr/>
      <dgm:t>
        <a:bodyPr/>
        <a:lstStyle/>
        <a:p>
          <a:endParaRPr lang="pt-BR"/>
        </a:p>
      </dgm:t>
    </dgm:pt>
    <dgm:pt modelId="{C33DCB34-76C5-44B3-A543-09442B1F2DC3}">
      <dgm:prSet/>
      <dgm:spPr/>
      <dgm:t>
        <a:bodyPr/>
        <a:lstStyle/>
        <a:p>
          <a:r>
            <a:rPr lang="pt-BR" b="0" i="0" dirty="0"/>
            <a:t>Velocidade, capacidade, eficiência</a:t>
          </a:r>
        </a:p>
      </dgm:t>
    </dgm:pt>
    <dgm:pt modelId="{B3A3DBC8-708C-444D-8331-5038A889F973}" type="parTrans" cxnId="{31771311-BC64-46DD-B99A-1F66F5213839}">
      <dgm:prSet/>
      <dgm:spPr/>
      <dgm:t>
        <a:bodyPr/>
        <a:lstStyle/>
        <a:p>
          <a:endParaRPr lang="pt-BR"/>
        </a:p>
      </dgm:t>
    </dgm:pt>
    <dgm:pt modelId="{3F395849-043D-48D4-A8DA-E8D0D9121AB2}" type="sibTrans" cxnId="{31771311-BC64-46DD-B99A-1F66F5213839}">
      <dgm:prSet/>
      <dgm:spPr/>
      <dgm:t>
        <a:bodyPr/>
        <a:lstStyle/>
        <a:p>
          <a:endParaRPr lang="pt-BR"/>
        </a:p>
      </dgm:t>
    </dgm:pt>
    <dgm:pt modelId="{56A23821-1848-4019-8789-4905F0DCC781}">
      <dgm:prSet/>
      <dgm:spPr/>
      <dgm:t>
        <a:bodyPr/>
        <a:lstStyle/>
        <a:p>
          <a:r>
            <a:rPr lang="pt-BR" b="1" i="0"/>
            <a:t>Segurança</a:t>
          </a:r>
        </a:p>
      </dgm:t>
    </dgm:pt>
    <dgm:pt modelId="{CBDD472D-4BE4-4780-B243-9729E51C0484}" type="parTrans" cxnId="{84AEB7D6-54E7-483F-95E0-784021AAC6AC}">
      <dgm:prSet/>
      <dgm:spPr/>
      <dgm:t>
        <a:bodyPr/>
        <a:lstStyle/>
        <a:p>
          <a:endParaRPr lang="pt-BR"/>
        </a:p>
      </dgm:t>
    </dgm:pt>
    <dgm:pt modelId="{4318427B-7C96-4D08-976B-2227DA6549F3}" type="sibTrans" cxnId="{84AEB7D6-54E7-483F-95E0-784021AAC6AC}">
      <dgm:prSet/>
      <dgm:spPr/>
      <dgm:t>
        <a:bodyPr/>
        <a:lstStyle/>
        <a:p>
          <a:endParaRPr lang="pt-BR"/>
        </a:p>
      </dgm:t>
    </dgm:pt>
    <dgm:pt modelId="{46FB2A32-6318-47EC-9731-5322C5BC441D}">
      <dgm:prSet/>
      <dgm:spPr/>
      <dgm:t>
        <a:bodyPr/>
        <a:lstStyle/>
        <a:p>
          <a:r>
            <a:rPr lang="pt-BR" b="0" i="0" dirty="0"/>
            <a:t>Proteção de dados, controle de acesso</a:t>
          </a:r>
        </a:p>
      </dgm:t>
    </dgm:pt>
    <dgm:pt modelId="{F699257E-5746-444D-AFF8-9377295298A1}" type="parTrans" cxnId="{214C1691-1568-48EE-B29C-24222422B590}">
      <dgm:prSet/>
      <dgm:spPr/>
      <dgm:t>
        <a:bodyPr/>
        <a:lstStyle/>
        <a:p>
          <a:endParaRPr lang="pt-BR"/>
        </a:p>
      </dgm:t>
    </dgm:pt>
    <dgm:pt modelId="{12A22ED2-4065-405F-9558-CF500FB8833A}" type="sibTrans" cxnId="{214C1691-1568-48EE-B29C-24222422B590}">
      <dgm:prSet/>
      <dgm:spPr/>
      <dgm:t>
        <a:bodyPr/>
        <a:lstStyle/>
        <a:p>
          <a:endParaRPr lang="pt-BR"/>
        </a:p>
      </dgm:t>
    </dgm:pt>
    <dgm:pt modelId="{B6861B60-5A43-44B6-BAEB-C5599273C766}">
      <dgm:prSet/>
      <dgm:spPr/>
      <dgm:t>
        <a:bodyPr/>
        <a:lstStyle/>
        <a:p>
          <a:r>
            <a:rPr lang="pt-BR" b="1" i="0"/>
            <a:t>Confiabilidade</a:t>
          </a:r>
        </a:p>
      </dgm:t>
    </dgm:pt>
    <dgm:pt modelId="{A1321528-4D3B-4EF5-B0D5-43C51CB5BB26}" type="parTrans" cxnId="{01358E36-E2A9-4538-8DA4-9CA5F07E3239}">
      <dgm:prSet/>
      <dgm:spPr/>
      <dgm:t>
        <a:bodyPr/>
        <a:lstStyle/>
        <a:p>
          <a:endParaRPr lang="pt-BR"/>
        </a:p>
      </dgm:t>
    </dgm:pt>
    <dgm:pt modelId="{9345EACD-F14B-40CF-B94C-0A37D2267612}" type="sibTrans" cxnId="{01358E36-E2A9-4538-8DA4-9CA5F07E3239}">
      <dgm:prSet/>
      <dgm:spPr/>
      <dgm:t>
        <a:bodyPr/>
        <a:lstStyle/>
        <a:p>
          <a:endParaRPr lang="pt-BR"/>
        </a:p>
      </dgm:t>
    </dgm:pt>
    <dgm:pt modelId="{DB0B899B-071C-463C-BA32-C7C38E227C3D}">
      <dgm:prSet/>
      <dgm:spPr/>
      <dgm:t>
        <a:bodyPr/>
        <a:lstStyle/>
        <a:p>
          <a:r>
            <a:rPr lang="pt-BR" b="0" i="0" dirty="0"/>
            <a:t>Estabilidade, disponibilidade</a:t>
          </a:r>
        </a:p>
      </dgm:t>
    </dgm:pt>
    <dgm:pt modelId="{EAB037EB-6A3C-4BEA-B714-373DFA435BCD}" type="parTrans" cxnId="{F7B65318-1479-4FFE-A0E7-72B140D477DD}">
      <dgm:prSet/>
      <dgm:spPr/>
      <dgm:t>
        <a:bodyPr/>
        <a:lstStyle/>
        <a:p>
          <a:endParaRPr lang="pt-BR"/>
        </a:p>
      </dgm:t>
    </dgm:pt>
    <dgm:pt modelId="{B93DC850-28DF-41B0-9693-76242D57D6E7}" type="sibTrans" cxnId="{F7B65318-1479-4FFE-A0E7-72B140D477DD}">
      <dgm:prSet/>
      <dgm:spPr/>
      <dgm:t>
        <a:bodyPr/>
        <a:lstStyle/>
        <a:p>
          <a:endParaRPr lang="pt-BR"/>
        </a:p>
      </dgm:t>
    </dgm:pt>
    <dgm:pt modelId="{6330571E-B689-4FD5-B488-07CC88398D92}">
      <dgm:prSet/>
      <dgm:spPr/>
      <dgm:t>
        <a:bodyPr/>
        <a:lstStyle/>
        <a:p>
          <a:r>
            <a:rPr lang="pt-BR" b="1" i="0"/>
            <a:t>Manutenibilidade</a:t>
          </a:r>
        </a:p>
      </dgm:t>
    </dgm:pt>
    <dgm:pt modelId="{B0D21216-D193-46B0-B2A7-F64E5352F00F}" type="parTrans" cxnId="{5D7FCABA-384F-44E8-B617-D1BE4DE8451E}">
      <dgm:prSet/>
      <dgm:spPr/>
      <dgm:t>
        <a:bodyPr/>
        <a:lstStyle/>
        <a:p>
          <a:endParaRPr lang="pt-BR"/>
        </a:p>
      </dgm:t>
    </dgm:pt>
    <dgm:pt modelId="{57E7F61B-9F3E-4297-A885-277ECFFC1944}" type="sibTrans" cxnId="{5D7FCABA-384F-44E8-B617-D1BE4DE8451E}">
      <dgm:prSet/>
      <dgm:spPr/>
      <dgm:t>
        <a:bodyPr/>
        <a:lstStyle/>
        <a:p>
          <a:endParaRPr lang="pt-BR"/>
        </a:p>
      </dgm:t>
    </dgm:pt>
    <dgm:pt modelId="{27CFCD5E-C723-439F-8A33-68FEDB2E0B34}">
      <dgm:prSet/>
      <dgm:spPr/>
      <dgm:t>
        <a:bodyPr/>
        <a:lstStyle/>
        <a:p>
          <a:r>
            <a:rPr lang="pt-BR" b="0" i="0" dirty="0"/>
            <a:t>Facilidade de modificação</a:t>
          </a:r>
        </a:p>
      </dgm:t>
    </dgm:pt>
    <dgm:pt modelId="{C925C0D2-772C-4D07-993A-50B7EC06F867}" type="parTrans" cxnId="{BE4FAF54-F7EE-49F8-9A99-5D6B0418568E}">
      <dgm:prSet/>
      <dgm:spPr/>
      <dgm:t>
        <a:bodyPr/>
        <a:lstStyle/>
        <a:p>
          <a:endParaRPr lang="pt-BR"/>
        </a:p>
      </dgm:t>
    </dgm:pt>
    <dgm:pt modelId="{8F9D387E-27CF-4F9F-A1A3-28B363970FEF}" type="sibTrans" cxnId="{BE4FAF54-F7EE-49F8-9A99-5D6B0418568E}">
      <dgm:prSet/>
      <dgm:spPr/>
      <dgm:t>
        <a:bodyPr/>
        <a:lstStyle/>
        <a:p>
          <a:endParaRPr lang="pt-BR"/>
        </a:p>
      </dgm:t>
    </dgm:pt>
    <dgm:pt modelId="{9F4858F0-2B8C-4D94-AF6B-BA2E1D9C5288}">
      <dgm:prSet/>
      <dgm:spPr/>
      <dgm:t>
        <a:bodyPr/>
        <a:lstStyle/>
        <a:p>
          <a:r>
            <a:rPr lang="pt-BR" b="1" i="0"/>
            <a:t>Portabilidade</a:t>
          </a:r>
        </a:p>
      </dgm:t>
    </dgm:pt>
    <dgm:pt modelId="{D0E2CAAC-6A08-4A45-8EC8-4A4DD46D4C4A}" type="parTrans" cxnId="{FFE65687-3CE9-4B6C-A499-EFBBCDD194FE}">
      <dgm:prSet/>
      <dgm:spPr/>
      <dgm:t>
        <a:bodyPr/>
        <a:lstStyle/>
        <a:p>
          <a:endParaRPr lang="pt-BR"/>
        </a:p>
      </dgm:t>
    </dgm:pt>
    <dgm:pt modelId="{091674CF-738D-4094-B1E2-7C522BE2E922}" type="sibTrans" cxnId="{FFE65687-3CE9-4B6C-A499-EFBBCDD194FE}">
      <dgm:prSet/>
      <dgm:spPr/>
      <dgm:t>
        <a:bodyPr/>
        <a:lstStyle/>
        <a:p>
          <a:endParaRPr lang="pt-BR"/>
        </a:p>
      </dgm:t>
    </dgm:pt>
    <dgm:pt modelId="{807B1734-60F1-4F8D-9D7A-17331C8EFDBF}">
      <dgm:prSet/>
      <dgm:spPr/>
      <dgm:t>
        <a:bodyPr/>
        <a:lstStyle/>
        <a:p>
          <a:r>
            <a:rPr lang="pt-BR" b="0" i="0" dirty="0"/>
            <a:t>Funcionamento em diferentes ambientes</a:t>
          </a:r>
        </a:p>
      </dgm:t>
    </dgm:pt>
    <dgm:pt modelId="{902AC129-FEFC-4E10-8BF2-A123C4D2D2BC}" type="parTrans" cxnId="{E4B05694-9C84-446B-86A4-DF7BED91947E}">
      <dgm:prSet/>
      <dgm:spPr/>
      <dgm:t>
        <a:bodyPr/>
        <a:lstStyle/>
        <a:p>
          <a:endParaRPr lang="pt-BR"/>
        </a:p>
      </dgm:t>
    </dgm:pt>
    <dgm:pt modelId="{09C907C6-E16A-48F0-A483-416E2352641A}" type="sibTrans" cxnId="{E4B05694-9C84-446B-86A4-DF7BED91947E}">
      <dgm:prSet/>
      <dgm:spPr/>
      <dgm:t>
        <a:bodyPr/>
        <a:lstStyle/>
        <a:p>
          <a:endParaRPr lang="pt-BR"/>
        </a:p>
      </dgm:t>
    </dgm:pt>
    <dgm:pt modelId="{CE7D7BCE-BC15-4EC1-B965-45FB5A68C814}" type="pres">
      <dgm:prSet presAssocID="{E359F497-FD55-4040-A614-21CD22CC42C9}" presName="diagram" presStyleCnt="0">
        <dgm:presLayoutVars>
          <dgm:dir/>
          <dgm:resizeHandles val="exact"/>
        </dgm:presLayoutVars>
      </dgm:prSet>
      <dgm:spPr/>
    </dgm:pt>
    <dgm:pt modelId="{7810DF4C-19EB-4596-BA28-66BB97829049}" type="pres">
      <dgm:prSet presAssocID="{366F2F51-400F-4FFC-96D4-2DA8683B6F12}" presName="node" presStyleLbl="node1" presStyleIdx="0" presStyleCnt="6">
        <dgm:presLayoutVars>
          <dgm:bulletEnabled val="1"/>
        </dgm:presLayoutVars>
      </dgm:prSet>
      <dgm:spPr/>
    </dgm:pt>
    <dgm:pt modelId="{D2F2A66F-16A4-4021-9F3D-DBF6E045ED50}" type="pres">
      <dgm:prSet presAssocID="{D81344F9-2299-4038-A9B1-5B43D992115D}" presName="sibTrans" presStyleCnt="0"/>
      <dgm:spPr/>
    </dgm:pt>
    <dgm:pt modelId="{15E6C9DB-2BC7-435B-B8D3-B4416A1F6357}" type="pres">
      <dgm:prSet presAssocID="{88DC1E75-CEDA-421D-A2B4-CBA9A1A547F3}" presName="node" presStyleLbl="node1" presStyleIdx="1" presStyleCnt="6">
        <dgm:presLayoutVars>
          <dgm:bulletEnabled val="1"/>
        </dgm:presLayoutVars>
      </dgm:prSet>
      <dgm:spPr/>
    </dgm:pt>
    <dgm:pt modelId="{B638554E-3C3A-45D1-A3D3-7B09F0D09D45}" type="pres">
      <dgm:prSet presAssocID="{55CE311E-A985-424A-A071-DC3C94AF946F}" presName="sibTrans" presStyleCnt="0"/>
      <dgm:spPr/>
    </dgm:pt>
    <dgm:pt modelId="{CBBB3471-FEB6-4878-A742-978C93121079}" type="pres">
      <dgm:prSet presAssocID="{56A23821-1848-4019-8789-4905F0DCC781}" presName="node" presStyleLbl="node1" presStyleIdx="2" presStyleCnt="6">
        <dgm:presLayoutVars>
          <dgm:bulletEnabled val="1"/>
        </dgm:presLayoutVars>
      </dgm:prSet>
      <dgm:spPr/>
    </dgm:pt>
    <dgm:pt modelId="{3B7EC81F-28BA-48DC-8B12-96E109AC03EB}" type="pres">
      <dgm:prSet presAssocID="{4318427B-7C96-4D08-976B-2227DA6549F3}" presName="sibTrans" presStyleCnt="0"/>
      <dgm:spPr/>
    </dgm:pt>
    <dgm:pt modelId="{297DC025-2975-4451-A975-553476F1A287}" type="pres">
      <dgm:prSet presAssocID="{B6861B60-5A43-44B6-BAEB-C5599273C766}" presName="node" presStyleLbl="node1" presStyleIdx="3" presStyleCnt="6">
        <dgm:presLayoutVars>
          <dgm:bulletEnabled val="1"/>
        </dgm:presLayoutVars>
      </dgm:prSet>
      <dgm:spPr/>
    </dgm:pt>
    <dgm:pt modelId="{49AA6141-F7F9-4AB9-97BE-CB145E3B1DCA}" type="pres">
      <dgm:prSet presAssocID="{9345EACD-F14B-40CF-B94C-0A37D2267612}" presName="sibTrans" presStyleCnt="0"/>
      <dgm:spPr/>
    </dgm:pt>
    <dgm:pt modelId="{FE484348-AB4C-45C4-969F-C13DD8A1F2A7}" type="pres">
      <dgm:prSet presAssocID="{6330571E-B689-4FD5-B488-07CC88398D92}" presName="node" presStyleLbl="node1" presStyleIdx="4" presStyleCnt="6">
        <dgm:presLayoutVars>
          <dgm:bulletEnabled val="1"/>
        </dgm:presLayoutVars>
      </dgm:prSet>
      <dgm:spPr/>
    </dgm:pt>
    <dgm:pt modelId="{16F81668-ADB0-48A7-AC65-13BD5A634545}" type="pres">
      <dgm:prSet presAssocID="{57E7F61B-9F3E-4297-A885-277ECFFC1944}" presName="sibTrans" presStyleCnt="0"/>
      <dgm:spPr/>
    </dgm:pt>
    <dgm:pt modelId="{CF1648DA-0A28-4B56-AA89-2859DD528151}" type="pres">
      <dgm:prSet presAssocID="{9F4858F0-2B8C-4D94-AF6B-BA2E1D9C5288}" presName="node" presStyleLbl="node1" presStyleIdx="5" presStyleCnt="6">
        <dgm:presLayoutVars>
          <dgm:bulletEnabled val="1"/>
        </dgm:presLayoutVars>
      </dgm:prSet>
      <dgm:spPr/>
    </dgm:pt>
  </dgm:ptLst>
  <dgm:cxnLst>
    <dgm:cxn modelId="{EC9D520B-0653-46A2-8E48-FA9A50E8ADC8}" type="presOf" srcId="{56A23821-1848-4019-8789-4905F0DCC781}" destId="{CBBB3471-FEB6-4878-A742-978C93121079}" srcOrd="0" destOrd="0" presId="urn:microsoft.com/office/officeart/2005/8/layout/default"/>
    <dgm:cxn modelId="{31771311-BC64-46DD-B99A-1F66F5213839}" srcId="{88DC1E75-CEDA-421D-A2B4-CBA9A1A547F3}" destId="{C33DCB34-76C5-44B3-A543-09442B1F2DC3}" srcOrd="0" destOrd="0" parTransId="{B3A3DBC8-708C-444D-8331-5038A889F973}" sibTransId="{3F395849-043D-48D4-A8DA-E8D0D9121AB2}"/>
    <dgm:cxn modelId="{F7B65318-1479-4FFE-A0E7-72B140D477DD}" srcId="{B6861B60-5A43-44B6-BAEB-C5599273C766}" destId="{DB0B899B-071C-463C-BA32-C7C38E227C3D}" srcOrd="0" destOrd="0" parTransId="{EAB037EB-6A3C-4BEA-B714-373DFA435BCD}" sibTransId="{B93DC850-28DF-41B0-9693-76242D57D6E7}"/>
    <dgm:cxn modelId="{E4543B25-CFE0-4394-B98D-4D912214625E}" srcId="{E359F497-FD55-4040-A614-21CD22CC42C9}" destId="{88DC1E75-CEDA-421D-A2B4-CBA9A1A547F3}" srcOrd="1" destOrd="0" parTransId="{CF30C044-2892-40AE-90C9-AC93A837C3CA}" sibTransId="{55CE311E-A985-424A-A071-DC3C94AF946F}"/>
    <dgm:cxn modelId="{2D4D8C30-7A27-403E-BC0F-7AF6A22D3CE9}" srcId="{E359F497-FD55-4040-A614-21CD22CC42C9}" destId="{366F2F51-400F-4FFC-96D4-2DA8683B6F12}" srcOrd="0" destOrd="0" parTransId="{83A52DED-7F5F-450B-923F-15401079005F}" sibTransId="{D81344F9-2299-4038-A9B1-5B43D992115D}"/>
    <dgm:cxn modelId="{7EC92F31-D0C3-4ACD-9DE3-5A4D0CBF8200}" type="presOf" srcId="{9F4858F0-2B8C-4D94-AF6B-BA2E1D9C5288}" destId="{CF1648DA-0A28-4B56-AA89-2859DD528151}" srcOrd="0" destOrd="0" presId="urn:microsoft.com/office/officeart/2005/8/layout/default"/>
    <dgm:cxn modelId="{01358E36-E2A9-4538-8DA4-9CA5F07E3239}" srcId="{E359F497-FD55-4040-A614-21CD22CC42C9}" destId="{B6861B60-5A43-44B6-BAEB-C5599273C766}" srcOrd="3" destOrd="0" parTransId="{A1321528-4D3B-4EF5-B0D5-43C51CB5BB26}" sibTransId="{9345EACD-F14B-40CF-B94C-0A37D2267612}"/>
    <dgm:cxn modelId="{B2FCB16E-28E9-4C68-9599-F045FA47DB26}" type="presOf" srcId="{807B1734-60F1-4F8D-9D7A-17331C8EFDBF}" destId="{CF1648DA-0A28-4B56-AA89-2859DD528151}" srcOrd="0" destOrd="1" presId="urn:microsoft.com/office/officeart/2005/8/layout/default"/>
    <dgm:cxn modelId="{38C84452-ACE8-40B4-B9AD-A0323514E751}" type="presOf" srcId="{C33DCB34-76C5-44B3-A543-09442B1F2DC3}" destId="{15E6C9DB-2BC7-435B-B8D3-B4416A1F6357}" srcOrd="0" destOrd="1" presId="urn:microsoft.com/office/officeart/2005/8/layout/default"/>
    <dgm:cxn modelId="{BE4FAF54-F7EE-49F8-9A99-5D6B0418568E}" srcId="{6330571E-B689-4FD5-B488-07CC88398D92}" destId="{27CFCD5E-C723-439F-8A33-68FEDB2E0B34}" srcOrd="0" destOrd="0" parTransId="{C925C0D2-772C-4D07-993A-50B7EC06F867}" sibTransId="{8F9D387E-27CF-4F9F-A1A3-28B363970FEF}"/>
    <dgm:cxn modelId="{CF39A757-BDCC-4DFD-BA78-0BC8D5EC8296}" type="presOf" srcId="{1B4BE246-9992-4913-BD79-CF1F63AFA995}" destId="{7810DF4C-19EB-4596-BA28-66BB97829049}" srcOrd="0" destOrd="1" presId="urn:microsoft.com/office/officeart/2005/8/layout/default"/>
    <dgm:cxn modelId="{8104367D-5490-482E-8162-FC6FF8CC74A9}" type="presOf" srcId="{88DC1E75-CEDA-421D-A2B4-CBA9A1A547F3}" destId="{15E6C9DB-2BC7-435B-B8D3-B4416A1F6357}" srcOrd="0" destOrd="0" presId="urn:microsoft.com/office/officeart/2005/8/layout/default"/>
    <dgm:cxn modelId="{FFE65687-3CE9-4B6C-A499-EFBBCDD194FE}" srcId="{E359F497-FD55-4040-A614-21CD22CC42C9}" destId="{9F4858F0-2B8C-4D94-AF6B-BA2E1D9C5288}" srcOrd="5" destOrd="0" parTransId="{D0E2CAAC-6A08-4A45-8EC8-4A4DD46D4C4A}" sibTransId="{091674CF-738D-4094-B1E2-7C522BE2E922}"/>
    <dgm:cxn modelId="{6DE7498E-D40A-46F1-88AE-E921CCE01F92}" type="presOf" srcId="{46FB2A32-6318-47EC-9731-5322C5BC441D}" destId="{CBBB3471-FEB6-4878-A742-978C93121079}" srcOrd="0" destOrd="1" presId="urn:microsoft.com/office/officeart/2005/8/layout/default"/>
    <dgm:cxn modelId="{214C1691-1568-48EE-B29C-24222422B590}" srcId="{56A23821-1848-4019-8789-4905F0DCC781}" destId="{46FB2A32-6318-47EC-9731-5322C5BC441D}" srcOrd="0" destOrd="0" parTransId="{F699257E-5746-444D-AFF8-9377295298A1}" sibTransId="{12A22ED2-4065-405F-9558-CF500FB8833A}"/>
    <dgm:cxn modelId="{E4B05694-9C84-446B-86A4-DF7BED91947E}" srcId="{9F4858F0-2B8C-4D94-AF6B-BA2E1D9C5288}" destId="{807B1734-60F1-4F8D-9D7A-17331C8EFDBF}" srcOrd="0" destOrd="0" parTransId="{902AC129-FEFC-4E10-8BF2-A123C4D2D2BC}" sibTransId="{09C907C6-E16A-48F0-A483-416E2352641A}"/>
    <dgm:cxn modelId="{C1B15BB8-43C0-4EFC-AA77-D84BDCAE154F}" type="presOf" srcId="{6330571E-B689-4FD5-B488-07CC88398D92}" destId="{FE484348-AB4C-45C4-969F-C13DD8A1F2A7}" srcOrd="0" destOrd="0" presId="urn:microsoft.com/office/officeart/2005/8/layout/default"/>
    <dgm:cxn modelId="{5D7FCABA-384F-44E8-B617-D1BE4DE8451E}" srcId="{E359F497-FD55-4040-A614-21CD22CC42C9}" destId="{6330571E-B689-4FD5-B488-07CC88398D92}" srcOrd="4" destOrd="0" parTransId="{B0D21216-D193-46B0-B2A7-F64E5352F00F}" sibTransId="{57E7F61B-9F3E-4297-A885-277ECFFC1944}"/>
    <dgm:cxn modelId="{47BB2ECC-F76E-40B4-B387-994253051E51}" type="presOf" srcId="{366F2F51-400F-4FFC-96D4-2DA8683B6F12}" destId="{7810DF4C-19EB-4596-BA28-66BB97829049}" srcOrd="0" destOrd="0" presId="urn:microsoft.com/office/officeart/2005/8/layout/default"/>
    <dgm:cxn modelId="{84AEB7D6-54E7-483F-95E0-784021AAC6AC}" srcId="{E359F497-FD55-4040-A614-21CD22CC42C9}" destId="{56A23821-1848-4019-8789-4905F0DCC781}" srcOrd="2" destOrd="0" parTransId="{CBDD472D-4BE4-4780-B243-9729E51C0484}" sibTransId="{4318427B-7C96-4D08-976B-2227DA6549F3}"/>
    <dgm:cxn modelId="{5700ABDC-F320-4D9E-8B02-085DFE241968}" type="presOf" srcId="{27CFCD5E-C723-439F-8A33-68FEDB2E0B34}" destId="{FE484348-AB4C-45C4-969F-C13DD8A1F2A7}" srcOrd="0" destOrd="1" presId="urn:microsoft.com/office/officeart/2005/8/layout/default"/>
    <dgm:cxn modelId="{3EB7CCDC-21CC-41AB-BA77-886DC973C930}" type="presOf" srcId="{B6861B60-5A43-44B6-BAEB-C5599273C766}" destId="{297DC025-2975-4451-A975-553476F1A287}" srcOrd="0" destOrd="0" presId="urn:microsoft.com/office/officeart/2005/8/layout/default"/>
    <dgm:cxn modelId="{B0641CEA-0661-4AF7-B561-615973137BA1}" type="presOf" srcId="{DB0B899B-071C-463C-BA32-C7C38E227C3D}" destId="{297DC025-2975-4451-A975-553476F1A287}" srcOrd="0" destOrd="1" presId="urn:microsoft.com/office/officeart/2005/8/layout/default"/>
    <dgm:cxn modelId="{01D7FDEB-7918-4B2B-B548-F960485FE70F}" srcId="{366F2F51-400F-4FFC-96D4-2DA8683B6F12}" destId="{1B4BE246-9992-4913-BD79-CF1F63AFA995}" srcOrd="0" destOrd="0" parTransId="{59EE79E1-ABE4-4955-AF0E-84352C5B85B3}" sibTransId="{873F00E5-D1B2-4708-A378-9E67CBA58620}"/>
    <dgm:cxn modelId="{CA7A26F4-7761-4902-A6B9-4E063778BB06}" type="presOf" srcId="{E359F497-FD55-4040-A614-21CD22CC42C9}" destId="{CE7D7BCE-BC15-4EC1-B965-45FB5A68C814}" srcOrd="0" destOrd="0" presId="urn:microsoft.com/office/officeart/2005/8/layout/default"/>
    <dgm:cxn modelId="{FF054913-C082-46E9-B795-3F95DA4071C5}" type="presParOf" srcId="{CE7D7BCE-BC15-4EC1-B965-45FB5A68C814}" destId="{7810DF4C-19EB-4596-BA28-66BB97829049}" srcOrd="0" destOrd="0" presId="urn:microsoft.com/office/officeart/2005/8/layout/default"/>
    <dgm:cxn modelId="{A5865176-AA46-4F69-859D-E5DF78883B21}" type="presParOf" srcId="{CE7D7BCE-BC15-4EC1-B965-45FB5A68C814}" destId="{D2F2A66F-16A4-4021-9F3D-DBF6E045ED50}" srcOrd="1" destOrd="0" presId="urn:microsoft.com/office/officeart/2005/8/layout/default"/>
    <dgm:cxn modelId="{696428A3-0279-4656-81DF-16E39549C860}" type="presParOf" srcId="{CE7D7BCE-BC15-4EC1-B965-45FB5A68C814}" destId="{15E6C9DB-2BC7-435B-B8D3-B4416A1F6357}" srcOrd="2" destOrd="0" presId="urn:microsoft.com/office/officeart/2005/8/layout/default"/>
    <dgm:cxn modelId="{C641B511-6798-40EC-8E83-AB691FE2A1A3}" type="presParOf" srcId="{CE7D7BCE-BC15-4EC1-B965-45FB5A68C814}" destId="{B638554E-3C3A-45D1-A3D3-7B09F0D09D45}" srcOrd="3" destOrd="0" presId="urn:microsoft.com/office/officeart/2005/8/layout/default"/>
    <dgm:cxn modelId="{27291F60-813D-472B-955A-8A3743BA7443}" type="presParOf" srcId="{CE7D7BCE-BC15-4EC1-B965-45FB5A68C814}" destId="{CBBB3471-FEB6-4878-A742-978C93121079}" srcOrd="4" destOrd="0" presId="urn:microsoft.com/office/officeart/2005/8/layout/default"/>
    <dgm:cxn modelId="{5B8EA468-872E-4762-958E-0C83F7C0A02D}" type="presParOf" srcId="{CE7D7BCE-BC15-4EC1-B965-45FB5A68C814}" destId="{3B7EC81F-28BA-48DC-8B12-96E109AC03EB}" srcOrd="5" destOrd="0" presId="urn:microsoft.com/office/officeart/2005/8/layout/default"/>
    <dgm:cxn modelId="{C24D7655-2EC4-4F2F-9376-667650C4FFBF}" type="presParOf" srcId="{CE7D7BCE-BC15-4EC1-B965-45FB5A68C814}" destId="{297DC025-2975-4451-A975-553476F1A287}" srcOrd="6" destOrd="0" presId="urn:microsoft.com/office/officeart/2005/8/layout/default"/>
    <dgm:cxn modelId="{6F2A7B6E-F32C-442B-ACA2-37DD07C503D7}" type="presParOf" srcId="{CE7D7BCE-BC15-4EC1-B965-45FB5A68C814}" destId="{49AA6141-F7F9-4AB9-97BE-CB145E3B1DCA}" srcOrd="7" destOrd="0" presId="urn:microsoft.com/office/officeart/2005/8/layout/default"/>
    <dgm:cxn modelId="{F0CC525D-2B65-4770-ADE8-A50E700E6345}" type="presParOf" srcId="{CE7D7BCE-BC15-4EC1-B965-45FB5A68C814}" destId="{FE484348-AB4C-45C4-969F-C13DD8A1F2A7}" srcOrd="8" destOrd="0" presId="urn:microsoft.com/office/officeart/2005/8/layout/default"/>
    <dgm:cxn modelId="{BDA2BA88-2907-4485-A58E-08894CB599E3}" type="presParOf" srcId="{CE7D7BCE-BC15-4EC1-B965-45FB5A68C814}" destId="{16F81668-ADB0-48A7-AC65-13BD5A634545}" srcOrd="9" destOrd="0" presId="urn:microsoft.com/office/officeart/2005/8/layout/default"/>
    <dgm:cxn modelId="{C084D27C-DBCF-458B-B991-9BB757A8814F}" type="presParOf" srcId="{CE7D7BCE-BC15-4EC1-B965-45FB5A68C814}" destId="{CF1648DA-0A28-4B56-AA89-2859DD528151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21A2089-A6E8-4D77-B8A9-59B6E9DA441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8524688E-B90B-468F-AC14-751FFBD04C83}">
      <dgm:prSet phldrT="[Texto]"/>
      <dgm:spPr/>
      <dgm:t>
        <a:bodyPr/>
        <a:lstStyle/>
        <a:p>
          <a:pPr>
            <a:lnSpc>
              <a:spcPct val="100000"/>
            </a:lnSpc>
          </a:pPr>
          <a:r>
            <a:rPr lang="pt-BR" b="1" i="0"/>
            <a:t>Desempenho:</a:t>
          </a:r>
          <a:r>
            <a:rPr lang="pt-BR" b="0" i="0"/>
            <a:t> "O sistema deve responder a buscas em menos de 2 segundos, mesmo com 500 usuários simultâneos."</a:t>
          </a:r>
          <a:endParaRPr lang="pt-BR"/>
        </a:p>
      </dgm:t>
    </dgm:pt>
    <dgm:pt modelId="{69D30F65-873D-410B-8809-7EAB4368F7F3}" type="parTrans" cxnId="{6838DEFD-2EE5-49BE-B1C2-B20F0706586D}">
      <dgm:prSet/>
      <dgm:spPr/>
      <dgm:t>
        <a:bodyPr/>
        <a:lstStyle/>
        <a:p>
          <a:endParaRPr lang="pt-BR"/>
        </a:p>
      </dgm:t>
    </dgm:pt>
    <dgm:pt modelId="{4E916B83-15AD-47D9-9808-C00A431CC0D9}" type="sibTrans" cxnId="{6838DEFD-2EE5-49BE-B1C2-B20F0706586D}">
      <dgm:prSet/>
      <dgm:spPr/>
      <dgm:t>
        <a:bodyPr/>
        <a:lstStyle/>
        <a:p>
          <a:endParaRPr lang="pt-BR"/>
        </a:p>
      </dgm:t>
    </dgm:pt>
    <dgm:pt modelId="{485D8C5F-B0B9-40A7-8174-6F2E9DF5C4B0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 i="0"/>
            <a:t>Segurança:</a:t>
          </a:r>
          <a:r>
            <a:rPr lang="pt-BR" b="0" i="0"/>
            <a:t> "O sistema deve criptografar todas as informações de pagamento usando protocolo SSL."</a:t>
          </a:r>
        </a:p>
      </dgm:t>
    </dgm:pt>
    <dgm:pt modelId="{527F2312-9122-4B73-B931-AD95B83F59AB}" type="parTrans" cxnId="{5ABB3D03-BD32-4AAD-8EB1-DBCF4A541722}">
      <dgm:prSet/>
      <dgm:spPr/>
      <dgm:t>
        <a:bodyPr/>
        <a:lstStyle/>
        <a:p>
          <a:endParaRPr lang="pt-BR"/>
        </a:p>
      </dgm:t>
    </dgm:pt>
    <dgm:pt modelId="{E096969D-DF22-4A00-A45D-1448E797A7AA}" type="sibTrans" cxnId="{5ABB3D03-BD32-4AAD-8EB1-DBCF4A541722}">
      <dgm:prSet/>
      <dgm:spPr/>
      <dgm:t>
        <a:bodyPr/>
        <a:lstStyle/>
        <a:p>
          <a:endParaRPr lang="pt-BR"/>
        </a:p>
      </dgm:t>
    </dgm:pt>
    <dgm:pt modelId="{135AE2CD-FFAC-4113-9592-896FFD8F6F04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 i="0"/>
            <a:t>Usabilidade:</a:t>
          </a:r>
          <a:r>
            <a:rPr lang="pt-BR" b="0" i="0"/>
            <a:t> "O processo de checkout não deve exigir mais de 5 passos para ser completado."</a:t>
          </a:r>
        </a:p>
      </dgm:t>
    </dgm:pt>
    <dgm:pt modelId="{83F1C8FA-E29A-4067-AC5A-2403654923AC}" type="parTrans" cxnId="{8E07B223-16B7-4CED-BCA8-2DEC51C6A367}">
      <dgm:prSet/>
      <dgm:spPr/>
      <dgm:t>
        <a:bodyPr/>
        <a:lstStyle/>
        <a:p>
          <a:endParaRPr lang="pt-BR"/>
        </a:p>
      </dgm:t>
    </dgm:pt>
    <dgm:pt modelId="{DB07AB0C-21A9-4867-910C-1F91BB903109}" type="sibTrans" cxnId="{8E07B223-16B7-4CED-BCA8-2DEC51C6A367}">
      <dgm:prSet/>
      <dgm:spPr/>
      <dgm:t>
        <a:bodyPr/>
        <a:lstStyle/>
        <a:p>
          <a:endParaRPr lang="pt-BR"/>
        </a:p>
      </dgm:t>
    </dgm:pt>
    <dgm:pt modelId="{2EAE7EFF-53BD-4193-9C6C-B9329A4DB0F8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 i="0"/>
            <a:t>Confiabilidade:</a:t>
          </a:r>
          <a:r>
            <a:rPr lang="pt-BR" b="0" i="0"/>
            <a:t> "O sistema deve manter disponibilidade de 99,9% durante horário comercial."</a:t>
          </a:r>
        </a:p>
      </dgm:t>
    </dgm:pt>
    <dgm:pt modelId="{275F808B-E2AE-443B-88A1-A09F9541C183}" type="parTrans" cxnId="{BCEF93DB-4B76-49E9-A27A-753353E9F965}">
      <dgm:prSet/>
      <dgm:spPr/>
      <dgm:t>
        <a:bodyPr/>
        <a:lstStyle/>
        <a:p>
          <a:endParaRPr lang="pt-BR"/>
        </a:p>
      </dgm:t>
    </dgm:pt>
    <dgm:pt modelId="{AC211700-47D3-4C7D-A51B-F4DB39387F7F}" type="sibTrans" cxnId="{BCEF93DB-4B76-49E9-A27A-753353E9F965}">
      <dgm:prSet/>
      <dgm:spPr/>
      <dgm:t>
        <a:bodyPr/>
        <a:lstStyle/>
        <a:p>
          <a:endParaRPr lang="pt-BR"/>
        </a:p>
      </dgm:t>
    </dgm:pt>
    <dgm:pt modelId="{E5098BAE-04CA-41D0-9863-16E8A0076F9C}" type="pres">
      <dgm:prSet presAssocID="{321A2089-A6E8-4D77-B8A9-59B6E9DA4411}" presName="root" presStyleCnt="0">
        <dgm:presLayoutVars>
          <dgm:dir/>
          <dgm:resizeHandles val="exact"/>
        </dgm:presLayoutVars>
      </dgm:prSet>
      <dgm:spPr/>
    </dgm:pt>
    <dgm:pt modelId="{EB71B180-CAF5-4F8F-901B-7A7B32BB19D2}" type="pres">
      <dgm:prSet presAssocID="{8524688E-B90B-468F-AC14-751FFBD04C83}" presName="compNode" presStyleCnt="0"/>
      <dgm:spPr/>
    </dgm:pt>
    <dgm:pt modelId="{BB33C43F-3786-4E43-AD29-E634F3CDC273}" type="pres">
      <dgm:prSet presAssocID="{8524688E-B90B-468F-AC14-751FFBD04C83}" presName="bgRect" presStyleLbl="bgShp" presStyleIdx="0" presStyleCnt="4"/>
      <dgm:spPr/>
    </dgm:pt>
    <dgm:pt modelId="{1E889ED4-E26F-478A-AAAE-14563D3D4672}" type="pres">
      <dgm:prSet presAssocID="{8524688E-B90B-468F-AC14-751FFBD04C8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4665B23E-C330-46FB-8ECA-074A0E95FCC3}" type="pres">
      <dgm:prSet presAssocID="{8524688E-B90B-468F-AC14-751FFBD04C83}" presName="spaceRect" presStyleCnt="0"/>
      <dgm:spPr/>
    </dgm:pt>
    <dgm:pt modelId="{259360CD-4C14-41F5-BEB0-B102FD719A18}" type="pres">
      <dgm:prSet presAssocID="{8524688E-B90B-468F-AC14-751FFBD04C83}" presName="parTx" presStyleLbl="revTx" presStyleIdx="0" presStyleCnt="4">
        <dgm:presLayoutVars>
          <dgm:chMax val="0"/>
          <dgm:chPref val="0"/>
        </dgm:presLayoutVars>
      </dgm:prSet>
      <dgm:spPr/>
    </dgm:pt>
    <dgm:pt modelId="{9AC18575-6005-4D8C-99D8-2EAC5BF26C2E}" type="pres">
      <dgm:prSet presAssocID="{4E916B83-15AD-47D9-9808-C00A431CC0D9}" presName="sibTrans" presStyleCnt="0"/>
      <dgm:spPr/>
    </dgm:pt>
    <dgm:pt modelId="{09B93E27-D275-4C0F-AE6A-FF26F8A8B165}" type="pres">
      <dgm:prSet presAssocID="{485D8C5F-B0B9-40A7-8174-6F2E9DF5C4B0}" presName="compNode" presStyleCnt="0"/>
      <dgm:spPr/>
    </dgm:pt>
    <dgm:pt modelId="{F50645E0-250E-47B2-A5F3-46EAB46366DE}" type="pres">
      <dgm:prSet presAssocID="{485D8C5F-B0B9-40A7-8174-6F2E9DF5C4B0}" presName="bgRect" presStyleLbl="bgShp" presStyleIdx="1" presStyleCnt="4"/>
      <dgm:spPr/>
    </dgm:pt>
    <dgm:pt modelId="{D6803EF4-CA2B-4BFC-B89C-9625A334DE9C}" type="pres">
      <dgm:prSet presAssocID="{485D8C5F-B0B9-40A7-8174-6F2E9DF5C4B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loqueio com preenchimento sólido"/>
        </a:ext>
      </dgm:extLst>
    </dgm:pt>
    <dgm:pt modelId="{8BDF4068-DB1A-4300-9DE4-A2685FC06CB1}" type="pres">
      <dgm:prSet presAssocID="{485D8C5F-B0B9-40A7-8174-6F2E9DF5C4B0}" presName="spaceRect" presStyleCnt="0"/>
      <dgm:spPr/>
    </dgm:pt>
    <dgm:pt modelId="{2B2B33A0-29A6-4908-B1F4-7648D337B33F}" type="pres">
      <dgm:prSet presAssocID="{485D8C5F-B0B9-40A7-8174-6F2E9DF5C4B0}" presName="parTx" presStyleLbl="revTx" presStyleIdx="1" presStyleCnt="4">
        <dgm:presLayoutVars>
          <dgm:chMax val="0"/>
          <dgm:chPref val="0"/>
        </dgm:presLayoutVars>
      </dgm:prSet>
      <dgm:spPr/>
    </dgm:pt>
    <dgm:pt modelId="{12ADA6E5-C08B-4A4D-A1E3-B26B3139F24E}" type="pres">
      <dgm:prSet presAssocID="{E096969D-DF22-4A00-A45D-1448E797A7AA}" presName="sibTrans" presStyleCnt="0"/>
      <dgm:spPr/>
    </dgm:pt>
    <dgm:pt modelId="{EA07CDB0-DE62-4766-AADC-D14389C30D74}" type="pres">
      <dgm:prSet presAssocID="{135AE2CD-FFAC-4113-9592-896FFD8F6F04}" presName="compNode" presStyleCnt="0"/>
      <dgm:spPr/>
    </dgm:pt>
    <dgm:pt modelId="{F6B8B81E-6C68-443E-985D-4D41A6EFF028}" type="pres">
      <dgm:prSet presAssocID="{135AE2CD-FFAC-4113-9592-896FFD8F6F04}" presName="bgRect" presStyleLbl="bgShp" presStyleIdx="2" presStyleCnt="4"/>
      <dgm:spPr/>
    </dgm:pt>
    <dgm:pt modelId="{8B3A113F-F642-48D4-9463-E4D5E0989C43}" type="pres">
      <dgm:prSet presAssocID="{135AE2CD-FFAC-4113-9592-896FFD8F6F0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ndar de cima com preenchimento sólido"/>
        </a:ext>
      </dgm:extLst>
    </dgm:pt>
    <dgm:pt modelId="{6CFA206B-A69B-45DB-AAA8-D19DBA91163D}" type="pres">
      <dgm:prSet presAssocID="{135AE2CD-FFAC-4113-9592-896FFD8F6F04}" presName="spaceRect" presStyleCnt="0"/>
      <dgm:spPr/>
    </dgm:pt>
    <dgm:pt modelId="{2EDCC168-5F04-4398-9A2A-1B1097696B63}" type="pres">
      <dgm:prSet presAssocID="{135AE2CD-FFAC-4113-9592-896FFD8F6F04}" presName="parTx" presStyleLbl="revTx" presStyleIdx="2" presStyleCnt="4">
        <dgm:presLayoutVars>
          <dgm:chMax val="0"/>
          <dgm:chPref val="0"/>
        </dgm:presLayoutVars>
      </dgm:prSet>
      <dgm:spPr/>
    </dgm:pt>
    <dgm:pt modelId="{47D3DD7E-30E4-4059-AE4F-74F69B6A67DC}" type="pres">
      <dgm:prSet presAssocID="{DB07AB0C-21A9-4867-910C-1F91BB903109}" presName="sibTrans" presStyleCnt="0"/>
      <dgm:spPr/>
    </dgm:pt>
    <dgm:pt modelId="{4013773B-F4CC-42A0-A768-AA1A6EE070DB}" type="pres">
      <dgm:prSet presAssocID="{2EAE7EFF-53BD-4193-9C6C-B9329A4DB0F8}" presName="compNode" presStyleCnt="0"/>
      <dgm:spPr/>
    </dgm:pt>
    <dgm:pt modelId="{79A850D9-2093-4D30-94AF-1232BA1583DF}" type="pres">
      <dgm:prSet presAssocID="{2EAE7EFF-53BD-4193-9C6C-B9329A4DB0F8}" presName="bgRect" presStyleLbl="bgShp" presStyleIdx="3" presStyleCnt="4"/>
      <dgm:spPr/>
    </dgm:pt>
    <dgm:pt modelId="{0DBB6311-45ED-4F7C-8489-F54E34A121B3}" type="pres">
      <dgm:prSet presAssocID="{2EAE7EFF-53BD-4193-9C6C-B9329A4DB0F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nterface do Usuário/Experiência do Usuário com preenchimento sólido"/>
        </a:ext>
      </dgm:extLst>
    </dgm:pt>
    <dgm:pt modelId="{BD8DFC9B-352C-4E22-B694-FF7D2C0D09E0}" type="pres">
      <dgm:prSet presAssocID="{2EAE7EFF-53BD-4193-9C6C-B9329A4DB0F8}" presName="spaceRect" presStyleCnt="0"/>
      <dgm:spPr/>
    </dgm:pt>
    <dgm:pt modelId="{F3B46DC8-9B78-408D-9A33-AF2E3A67AA11}" type="pres">
      <dgm:prSet presAssocID="{2EAE7EFF-53BD-4193-9C6C-B9329A4DB0F8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ABB3D03-BD32-4AAD-8EB1-DBCF4A541722}" srcId="{321A2089-A6E8-4D77-B8A9-59B6E9DA4411}" destId="{485D8C5F-B0B9-40A7-8174-6F2E9DF5C4B0}" srcOrd="1" destOrd="0" parTransId="{527F2312-9122-4B73-B931-AD95B83F59AB}" sibTransId="{E096969D-DF22-4A00-A45D-1448E797A7AA}"/>
    <dgm:cxn modelId="{6ADE2713-2595-4C7A-86B0-B0C4DA1A9FA5}" type="presOf" srcId="{485D8C5F-B0B9-40A7-8174-6F2E9DF5C4B0}" destId="{2B2B33A0-29A6-4908-B1F4-7648D337B33F}" srcOrd="0" destOrd="0" presId="urn:microsoft.com/office/officeart/2018/2/layout/IconVerticalSolidList"/>
    <dgm:cxn modelId="{8E07B223-16B7-4CED-BCA8-2DEC51C6A367}" srcId="{321A2089-A6E8-4D77-B8A9-59B6E9DA4411}" destId="{135AE2CD-FFAC-4113-9592-896FFD8F6F04}" srcOrd="2" destOrd="0" parTransId="{83F1C8FA-E29A-4067-AC5A-2403654923AC}" sibTransId="{DB07AB0C-21A9-4867-910C-1F91BB903109}"/>
    <dgm:cxn modelId="{58ACD92E-144F-40C1-834A-0B636C2C08E7}" type="presOf" srcId="{321A2089-A6E8-4D77-B8A9-59B6E9DA4411}" destId="{E5098BAE-04CA-41D0-9863-16E8A0076F9C}" srcOrd="0" destOrd="0" presId="urn:microsoft.com/office/officeart/2018/2/layout/IconVerticalSolidList"/>
    <dgm:cxn modelId="{EB3A9635-D00E-47BC-8D53-AE41EAA3BD25}" type="presOf" srcId="{8524688E-B90B-468F-AC14-751FFBD04C83}" destId="{259360CD-4C14-41F5-BEB0-B102FD719A18}" srcOrd="0" destOrd="0" presId="urn:microsoft.com/office/officeart/2018/2/layout/IconVerticalSolidList"/>
    <dgm:cxn modelId="{BA2ADF7A-A76A-4D26-8487-904D849FA78E}" type="presOf" srcId="{135AE2CD-FFAC-4113-9592-896FFD8F6F04}" destId="{2EDCC168-5F04-4398-9A2A-1B1097696B63}" srcOrd="0" destOrd="0" presId="urn:microsoft.com/office/officeart/2018/2/layout/IconVerticalSolidList"/>
    <dgm:cxn modelId="{DC5B60B0-8AE4-47BB-9EFD-73251E07C487}" type="presOf" srcId="{2EAE7EFF-53BD-4193-9C6C-B9329A4DB0F8}" destId="{F3B46DC8-9B78-408D-9A33-AF2E3A67AA11}" srcOrd="0" destOrd="0" presId="urn:microsoft.com/office/officeart/2018/2/layout/IconVerticalSolidList"/>
    <dgm:cxn modelId="{BCEF93DB-4B76-49E9-A27A-753353E9F965}" srcId="{321A2089-A6E8-4D77-B8A9-59B6E9DA4411}" destId="{2EAE7EFF-53BD-4193-9C6C-B9329A4DB0F8}" srcOrd="3" destOrd="0" parTransId="{275F808B-E2AE-443B-88A1-A09F9541C183}" sibTransId="{AC211700-47D3-4C7D-A51B-F4DB39387F7F}"/>
    <dgm:cxn modelId="{6838DEFD-2EE5-49BE-B1C2-B20F0706586D}" srcId="{321A2089-A6E8-4D77-B8A9-59B6E9DA4411}" destId="{8524688E-B90B-468F-AC14-751FFBD04C83}" srcOrd="0" destOrd="0" parTransId="{69D30F65-873D-410B-8809-7EAB4368F7F3}" sibTransId="{4E916B83-15AD-47D9-9808-C00A431CC0D9}"/>
    <dgm:cxn modelId="{1B104DB6-585A-4DFE-AC5B-79FD5FBA9B52}" type="presParOf" srcId="{E5098BAE-04CA-41D0-9863-16E8A0076F9C}" destId="{EB71B180-CAF5-4F8F-901B-7A7B32BB19D2}" srcOrd="0" destOrd="0" presId="urn:microsoft.com/office/officeart/2018/2/layout/IconVerticalSolidList"/>
    <dgm:cxn modelId="{5FCD5BC9-64BE-4B8B-9F6F-1AB560617009}" type="presParOf" srcId="{EB71B180-CAF5-4F8F-901B-7A7B32BB19D2}" destId="{BB33C43F-3786-4E43-AD29-E634F3CDC273}" srcOrd="0" destOrd="0" presId="urn:microsoft.com/office/officeart/2018/2/layout/IconVerticalSolidList"/>
    <dgm:cxn modelId="{2B90AABB-07B4-4EBA-B6DD-04A7DD35F792}" type="presParOf" srcId="{EB71B180-CAF5-4F8F-901B-7A7B32BB19D2}" destId="{1E889ED4-E26F-478A-AAAE-14563D3D4672}" srcOrd="1" destOrd="0" presId="urn:microsoft.com/office/officeart/2018/2/layout/IconVerticalSolidList"/>
    <dgm:cxn modelId="{742A2485-E690-4740-B35C-37672263592A}" type="presParOf" srcId="{EB71B180-CAF5-4F8F-901B-7A7B32BB19D2}" destId="{4665B23E-C330-46FB-8ECA-074A0E95FCC3}" srcOrd="2" destOrd="0" presId="urn:microsoft.com/office/officeart/2018/2/layout/IconVerticalSolidList"/>
    <dgm:cxn modelId="{73EC0BD2-D070-4E51-BB25-A9508AFEF2AD}" type="presParOf" srcId="{EB71B180-CAF5-4F8F-901B-7A7B32BB19D2}" destId="{259360CD-4C14-41F5-BEB0-B102FD719A18}" srcOrd="3" destOrd="0" presId="urn:microsoft.com/office/officeart/2018/2/layout/IconVerticalSolidList"/>
    <dgm:cxn modelId="{658B8A8D-3A5E-410B-AB7F-6492399D1613}" type="presParOf" srcId="{E5098BAE-04CA-41D0-9863-16E8A0076F9C}" destId="{9AC18575-6005-4D8C-99D8-2EAC5BF26C2E}" srcOrd="1" destOrd="0" presId="urn:microsoft.com/office/officeart/2018/2/layout/IconVerticalSolidList"/>
    <dgm:cxn modelId="{B73D078B-BBDE-4962-96D4-D5FEFB3E25E6}" type="presParOf" srcId="{E5098BAE-04CA-41D0-9863-16E8A0076F9C}" destId="{09B93E27-D275-4C0F-AE6A-FF26F8A8B165}" srcOrd="2" destOrd="0" presId="urn:microsoft.com/office/officeart/2018/2/layout/IconVerticalSolidList"/>
    <dgm:cxn modelId="{A06200CB-A9BC-457A-967C-57EA86F1856E}" type="presParOf" srcId="{09B93E27-D275-4C0F-AE6A-FF26F8A8B165}" destId="{F50645E0-250E-47B2-A5F3-46EAB46366DE}" srcOrd="0" destOrd="0" presId="urn:microsoft.com/office/officeart/2018/2/layout/IconVerticalSolidList"/>
    <dgm:cxn modelId="{9C624682-B71C-49E5-AE1C-8E0CBA845AC4}" type="presParOf" srcId="{09B93E27-D275-4C0F-AE6A-FF26F8A8B165}" destId="{D6803EF4-CA2B-4BFC-B89C-9625A334DE9C}" srcOrd="1" destOrd="0" presId="urn:microsoft.com/office/officeart/2018/2/layout/IconVerticalSolidList"/>
    <dgm:cxn modelId="{F4679F1E-D792-4114-AA56-5909C2C60933}" type="presParOf" srcId="{09B93E27-D275-4C0F-AE6A-FF26F8A8B165}" destId="{8BDF4068-DB1A-4300-9DE4-A2685FC06CB1}" srcOrd="2" destOrd="0" presId="urn:microsoft.com/office/officeart/2018/2/layout/IconVerticalSolidList"/>
    <dgm:cxn modelId="{798FF9FC-D065-4AD3-B490-88491817664C}" type="presParOf" srcId="{09B93E27-D275-4C0F-AE6A-FF26F8A8B165}" destId="{2B2B33A0-29A6-4908-B1F4-7648D337B33F}" srcOrd="3" destOrd="0" presId="urn:microsoft.com/office/officeart/2018/2/layout/IconVerticalSolidList"/>
    <dgm:cxn modelId="{7728DCE8-BF6A-4894-B277-B2486F523BA6}" type="presParOf" srcId="{E5098BAE-04CA-41D0-9863-16E8A0076F9C}" destId="{12ADA6E5-C08B-4A4D-A1E3-B26B3139F24E}" srcOrd="3" destOrd="0" presId="urn:microsoft.com/office/officeart/2018/2/layout/IconVerticalSolidList"/>
    <dgm:cxn modelId="{8396E037-FEA5-433F-A1C0-7AD8BBAC9BEB}" type="presParOf" srcId="{E5098BAE-04CA-41D0-9863-16E8A0076F9C}" destId="{EA07CDB0-DE62-4766-AADC-D14389C30D74}" srcOrd="4" destOrd="0" presId="urn:microsoft.com/office/officeart/2018/2/layout/IconVerticalSolidList"/>
    <dgm:cxn modelId="{F9289F22-3569-4746-985F-C61B44651588}" type="presParOf" srcId="{EA07CDB0-DE62-4766-AADC-D14389C30D74}" destId="{F6B8B81E-6C68-443E-985D-4D41A6EFF028}" srcOrd="0" destOrd="0" presId="urn:microsoft.com/office/officeart/2018/2/layout/IconVerticalSolidList"/>
    <dgm:cxn modelId="{48D2BDAB-F55E-4196-A020-3E1A375E6D01}" type="presParOf" srcId="{EA07CDB0-DE62-4766-AADC-D14389C30D74}" destId="{8B3A113F-F642-48D4-9463-E4D5E0989C43}" srcOrd="1" destOrd="0" presId="urn:microsoft.com/office/officeart/2018/2/layout/IconVerticalSolidList"/>
    <dgm:cxn modelId="{2E1E493F-4E43-49B3-95D8-38F69EA264E7}" type="presParOf" srcId="{EA07CDB0-DE62-4766-AADC-D14389C30D74}" destId="{6CFA206B-A69B-45DB-AAA8-D19DBA91163D}" srcOrd="2" destOrd="0" presId="urn:microsoft.com/office/officeart/2018/2/layout/IconVerticalSolidList"/>
    <dgm:cxn modelId="{5812E9E9-D683-49BC-9215-34358C2A7C41}" type="presParOf" srcId="{EA07CDB0-DE62-4766-AADC-D14389C30D74}" destId="{2EDCC168-5F04-4398-9A2A-1B1097696B63}" srcOrd="3" destOrd="0" presId="urn:microsoft.com/office/officeart/2018/2/layout/IconVerticalSolidList"/>
    <dgm:cxn modelId="{71681AA6-4619-457B-9BAE-09B1AFED0DA2}" type="presParOf" srcId="{E5098BAE-04CA-41D0-9863-16E8A0076F9C}" destId="{47D3DD7E-30E4-4059-AE4F-74F69B6A67DC}" srcOrd="5" destOrd="0" presId="urn:microsoft.com/office/officeart/2018/2/layout/IconVerticalSolidList"/>
    <dgm:cxn modelId="{D7E74A4D-9A89-4C40-A49F-835F1E1F156B}" type="presParOf" srcId="{E5098BAE-04CA-41D0-9863-16E8A0076F9C}" destId="{4013773B-F4CC-42A0-A768-AA1A6EE070DB}" srcOrd="6" destOrd="0" presId="urn:microsoft.com/office/officeart/2018/2/layout/IconVerticalSolidList"/>
    <dgm:cxn modelId="{7B11D163-0131-4AC6-ABAB-0905461AC510}" type="presParOf" srcId="{4013773B-F4CC-42A0-A768-AA1A6EE070DB}" destId="{79A850D9-2093-4D30-94AF-1232BA1583DF}" srcOrd="0" destOrd="0" presId="urn:microsoft.com/office/officeart/2018/2/layout/IconVerticalSolidList"/>
    <dgm:cxn modelId="{35564782-0EE0-4193-B243-1F02E65E2527}" type="presParOf" srcId="{4013773B-F4CC-42A0-A768-AA1A6EE070DB}" destId="{0DBB6311-45ED-4F7C-8489-F54E34A121B3}" srcOrd="1" destOrd="0" presId="urn:microsoft.com/office/officeart/2018/2/layout/IconVerticalSolidList"/>
    <dgm:cxn modelId="{49B6438B-6BCF-4C00-9928-63D40C8933FB}" type="presParOf" srcId="{4013773B-F4CC-42A0-A768-AA1A6EE070DB}" destId="{BD8DFC9B-352C-4E22-B694-FF7D2C0D09E0}" srcOrd="2" destOrd="0" presId="urn:microsoft.com/office/officeart/2018/2/layout/IconVerticalSolidList"/>
    <dgm:cxn modelId="{40A6BA2D-4E49-495D-BBFD-C28662AF278B}" type="presParOf" srcId="{4013773B-F4CC-42A0-A768-AA1A6EE070DB}" destId="{F3B46DC8-9B78-408D-9A33-AF2E3A67AA1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33C43F-3786-4E43-AD29-E634F3CDC273}">
      <dsp:nvSpPr>
        <dsp:cNvPr id="0" name=""/>
        <dsp:cNvSpPr/>
      </dsp:nvSpPr>
      <dsp:spPr>
        <a:xfrm>
          <a:off x="0" y="1874"/>
          <a:ext cx="10294377" cy="94986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889ED4-E26F-478A-AAAE-14563D3D4672}">
      <dsp:nvSpPr>
        <dsp:cNvPr id="0" name=""/>
        <dsp:cNvSpPr/>
      </dsp:nvSpPr>
      <dsp:spPr>
        <a:xfrm>
          <a:off x="287333" y="215592"/>
          <a:ext cx="522423" cy="5224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9360CD-4C14-41F5-BEB0-B102FD719A18}">
      <dsp:nvSpPr>
        <dsp:cNvPr id="0" name=""/>
        <dsp:cNvSpPr/>
      </dsp:nvSpPr>
      <dsp:spPr>
        <a:xfrm>
          <a:off x="1097089" y="1874"/>
          <a:ext cx="9197287" cy="9498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527" tIns="100527" rIns="100527" bIns="10052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0" i="0" kern="1200">
              <a:solidFill>
                <a:srgbClr val="030712"/>
              </a:solidFill>
              <a:effectLst/>
              <a:latin typeface="ui-sans-serif"/>
            </a:rPr>
            <a:t>"O sistema deve permitir que clientes busquem produtos por categoria, marca, modelo e ano do veículo."</a:t>
          </a:r>
          <a:endParaRPr lang="pt-BR" sz="2200" kern="1200"/>
        </a:p>
      </dsp:txBody>
      <dsp:txXfrm>
        <a:off x="1097089" y="1874"/>
        <a:ext cx="9197287" cy="949861"/>
      </dsp:txXfrm>
    </dsp:sp>
    <dsp:sp modelId="{52785555-BC42-4E66-96E0-4F514255D858}">
      <dsp:nvSpPr>
        <dsp:cNvPr id="0" name=""/>
        <dsp:cNvSpPr/>
      </dsp:nvSpPr>
      <dsp:spPr>
        <a:xfrm>
          <a:off x="0" y="1189200"/>
          <a:ext cx="10294377" cy="94986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91F4A1-AC09-4C84-8C59-BDC817DAAA72}">
      <dsp:nvSpPr>
        <dsp:cNvPr id="0" name=""/>
        <dsp:cNvSpPr/>
      </dsp:nvSpPr>
      <dsp:spPr>
        <a:xfrm>
          <a:off x="287333" y="1402919"/>
          <a:ext cx="522423" cy="5224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3256E0-F494-41D9-A97F-83B98CAEF79B}">
      <dsp:nvSpPr>
        <dsp:cNvPr id="0" name=""/>
        <dsp:cNvSpPr/>
      </dsp:nvSpPr>
      <dsp:spPr>
        <a:xfrm>
          <a:off x="1097089" y="1189200"/>
          <a:ext cx="9197287" cy="9498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527" tIns="100527" rIns="100527" bIns="10052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0" i="0" kern="1200">
              <a:solidFill>
                <a:srgbClr val="030712"/>
              </a:solidFill>
              <a:effectLst/>
              <a:latin typeface="ui-sans-serif"/>
            </a:rPr>
            <a:t>"O sistema deve permitir que usuários cadastrados salvem uma lista de veículos para filtrar apenas peças compatíveis."</a:t>
          </a:r>
        </a:p>
      </dsp:txBody>
      <dsp:txXfrm>
        <a:off x="1097089" y="1189200"/>
        <a:ext cx="9197287" cy="949861"/>
      </dsp:txXfrm>
    </dsp:sp>
    <dsp:sp modelId="{C660B33A-3579-44D1-AF9D-5A8C5E6C91C8}">
      <dsp:nvSpPr>
        <dsp:cNvPr id="0" name=""/>
        <dsp:cNvSpPr/>
      </dsp:nvSpPr>
      <dsp:spPr>
        <a:xfrm>
          <a:off x="0" y="2376527"/>
          <a:ext cx="10294377" cy="94986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F40D1A-A563-40C6-B4B5-09FE3070EABA}">
      <dsp:nvSpPr>
        <dsp:cNvPr id="0" name=""/>
        <dsp:cNvSpPr/>
      </dsp:nvSpPr>
      <dsp:spPr>
        <a:xfrm>
          <a:off x="287333" y="2590245"/>
          <a:ext cx="522423" cy="52242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6307ED-71B8-43F5-BC78-AB0F7A858352}">
      <dsp:nvSpPr>
        <dsp:cNvPr id="0" name=""/>
        <dsp:cNvSpPr/>
      </dsp:nvSpPr>
      <dsp:spPr>
        <a:xfrm>
          <a:off x="1097089" y="2376527"/>
          <a:ext cx="9197287" cy="9498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527" tIns="100527" rIns="100527" bIns="10052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0" i="0" kern="1200">
              <a:solidFill>
                <a:srgbClr val="030712"/>
              </a:solidFill>
              <a:effectLst/>
              <a:latin typeface="ui-sans-serif"/>
            </a:rPr>
            <a:t>"O sistema deve calcular automaticamente o frete com base no CEP do cliente e peso dos produtos."</a:t>
          </a:r>
        </a:p>
      </dsp:txBody>
      <dsp:txXfrm>
        <a:off x="1097089" y="2376527"/>
        <a:ext cx="9197287" cy="949861"/>
      </dsp:txXfrm>
    </dsp:sp>
    <dsp:sp modelId="{A1ABB1FB-8BB9-4CB9-9634-C775CAED03F6}">
      <dsp:nvSpPr>
        <dsp:cNvPr id="0" name=""/>
        <dsp:cNvSpPr/>
      </dsp:nvSpPr>
      <dsp:spPr>
        <a:xfrm>
          <a:off x="0" y="3563853"/>
          <a:ext cx="10294377" cy="94986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26414C-B24D-416D-8F70-D754FE3936CC}">
      <dsp:nvSpPr>
        <dsp:cNvPr id="0" name=""/>
        <dsp:cNvSpPr/>
      </dsp:nvSpPr>
      <dsp:spPr>
        <a:xfrm>
          <a:off x="287333" y="3777572"/>
          <a:ext cx="522423" cy="52242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73DD40-A688-4938-8A60-706A793D0474}">
      <dsp:nvSpPr>
        <dsp:cNvPr id="0" name=""/>
        <dsp:cNvSpPr/>
      </dsp:nvSpPr>
      <dsp:spPr>
        <a:xfrm>
          <a:off x="1097089" y="3563853"/>
          <a:ext cx="9197287" cy="9498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527" tIns="100527" rIns="100527" bIns="10052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0" i="0" kern="1200" dirty="0">
              <a:solidFill>
                <a:srgbClr val="030712"/>
              </a:solidFill>
              <a:effectLst/>
              <a:latin typeface="ui-sans-serif"/>
            </a:rPr>
            <a:t>"O sistema deve enviar notificações automáticas quando um pedido mudar de status."</a:t>
          </a:r>
        </a:p>
      </dsp:txBody>
      <dsp:txXfrm>
        <a:off x="1097089" y="3563853"/>
        <a:ext cx="9197287" cy="94986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10DF4C-19EB-4596-BA28-66BB97829049}">
      <dsp:nvSpPr>
        <dsp:cNvPr id="0" name=""/>
        <dsp:cNvSpPr/>
      </dsp:nvSpPr>
      <dsp:spPr>
        <a:xfrm>
          <a:off x="1172714" y="79"/>
          <a:ext cx="2641771" cy="158506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b="1" i="0" kern="1200" dirty="0"/>
            <a:t>Usabilidade</a:t>
          </a:r>
          <a:endParaRPr lang="pt-BR" sz="23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800" b="0" i="0" kern="1200" dirty="0"/>
            <a:t>Facilidade de uso e aprendizado</a:t>
          </a:r>
        </a:p>
      </dsp:txBody>
      <dsp:txXfrm>
        <a:off x="1172714" y="79"/>
        <a:ext cx="2641771" cy="1585062"/>
      </dsp:txXfrm>
    </dsp:sp>
    <dsp:sp modelId="{15E6C9DB-2BC7-435B-B8D3-B4416A1F6357}">
      <dsp:nvSpPr>
        <dsp:cNvPr id="0" name=""/>
        <dsp:cNvSpPr/>
      </dsp:nvSpPr>
      <dsp:spPr>
        <a:xfrm>
          <a:off x="4078662" y="79"/>
          <a:ext cx="2641771" cy="1585062"/>
        </a:xfrm>
        <a:prstGeom prst="rect">
          <a:avLst/>
        </a:prstGeom>
        <a:solidFill>
          <a:schemeClr val="accent5">
            <a:hueOff val="-1986775"/>
            <a:satOff val="7962"/>
            <a:lumOff val="1726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b="1" i="0" kern="1200"/>
            <a:t>Desempenho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800" b="0" i="0" kern="1200" dirty="0"/>
            <a:t>Velocidade, capacidade, eficiência</a:t>
          </a:r>
        </a:p>
      </dsp:txBody>
      <dsp:txXfrm>
        <a:off x="4078662" y="79"/>
        <a:ext cx="2641771" cy="1585062"/>
      </dsp:txXfrm>
    </dsp:sp>
    <dsp:sp modelId="{CBBB3471-FEB6-4878-A742-978C93121079}">
      <dsp:nvSpPr>
        <dsp:cNvPr id="0" name=""/>
        <dsp:cNvSpPr/>
      </dsp:nvSpPr>
      <dsp:spPr>
        <a:xfrm>
          <a:off x="6984611" y="79"/>
          <a:ext cx="2641771" cy="1585062"/>
        </a:xfrm>
        <a:prstGeom prst="rect">
          <a:avLst/>
        </a:prstGeom>
        <a:solidFill>
          <a:schemeClr val="accent5">
            <a:hueOff val="-3973551"/>
            <a:satOff val="15924"/>
            <a:lumOff val="3451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b="1" i="0" kern="1200"/>
            <a:t>Segurança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800" b="0" i="0" kern="1200" dirty="0"/>
            <a:t>Proteção de dados, controle de acesso</a:t>
          </a:r>
        </a:p>
      </dsp:txBody>
      <dsp:txXfrm>
        <a:off x="6984611" y="79"/>
        <a:ext cx="2641771" cy="1585062"/>
      </dsp:txXfrm>
    </dsp:sp>
    <dsp:sp modelId="{297DC025-2975-4451-A975-553476F1A287}">
      <dsp:nvSpPr>
        <dsp:cNvPr id="0" name=""/>
        <dsp:cNvSpPr/>
      </dsp:nvSpPr>
      <dsp:spPr>
        <a:xfrm>
          <a:off x="1172714" y="1849319"/>
          <a:ext cx="2641771" cy="1585062"/>
        </a:xfrm>
        <a:prstGeom prst="rect">
          <a:avLst/>
        </a:prstGeom>
        <a:solidFill>
          <a:schemeClr val="accent5">
            <a:hueOff val="-5960326"/>
            <a:satOff val="23887"/>
            <a:lumOff val="5177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b="1" i="0" kern="1200"/>
            <a:t>Confiabilidade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800" b="0" i="0" kern="1200" dirty="0"/>
            <a:t>Estabilidade, disponibilidade</a:t>
          </a:r>
        </a:p>
      </dsp:txBody>
      <dsp:txXfrm>
        <a:off x="1172714" y="1849319"/>
        <a:ext cx="2641771" cy="1585062"/>
      </dsp:txXfrm>
    </dsp:sp>
    <dsp:sp modelId="{FE484348-AB4C-45C4-969F-C13DD8A1F2A7}">
      <dsp:nvSpPr>
        <dsp:cNvPr id="0" name=""/>
        <dsp:cNvSpPr/>
      </dsp:nvSpPr>
      <dsp:spPr>
        <a:xfrm>
          <a:off x="4078662" y="1849319"/>
          <a:ext cx="2641771" cy="1585062"/>
        </a:xfrm>
        <a:prstGeom prst="rect">
          <a:avLst/>
        </a:prstGeom>
        <a:solidFill>
          <a:schemeClr val="accent5">
            <a:hueOff val="-7947101"/>
            <a:satOff val="31849"/>
            <a:lumOff val="6902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b="1" i="0" kern="1200"/>
            <a:t>Manutenibilidade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800" b="0" i="0" kern="1200" dirty="0"/>
            <a:t>Facilidade de modificação</a:t>
          </a:r>
        </a:p>
      </dsp:txBody>
      <dsp:txXfrm>
        <a:off x="4078662" y="1849319"/>
        <a:ext cx="2641771" cy="1585062"/>
      </dsp:txXfrm>
    </dsp:sp>
    <dsp:sp modelId="{CF1648DA-0A28-4B56-AA89-2859DD528151}">
      <dsp:nvSpPr>
        <dsp:cNvPr id="0" name=""/>
        <dsp:cNvSpPr/>
      </dsp:nvSpPr>
      <dsp:spPr>
        <a:xfrm>
          <a:off x="6984611" y="1849319"/>
          <a:ext cx="2641771" cy="1585062"/>
        </a:xfrm>
        <a:prstGeom prst="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b="1" i="0" kern="1200"/>
            <a:t>Portabilidade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800" b="0" i="0" kern="1200" dirty="0"/>
            <a:t>Funcionamento em diferentes ambientes</a:t>
          </a:r>
        </a:p>
      </dsp:txBody>
      <dsp:txXfrm>
        <a:off x="6984611" y="1849319"/>
        <a:ext cx="2641771" cy="15850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33C43F-3786-4E43-AD29-E634F3CDC273}">
      <dsp:nvSpPr>
        <dsp:cNvPr id="0" name=""/>
        <dsp:cNvSpPr/>
      </dsp:nvSpPr>
      <dsp:spPr>
        <a:xfrm>
          <a:off x="0" y="1874"/>
          <a:ext cx="10294377" cy="94986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889ED4-E26F-478A-AAAE-14563D3D4672}">
      <dsp:nvSpPr>
        <dsp:cNvPr id="0" name=""/>
        <dsp:cNvSpPr/>
      </dsp:nvSpPr>
      <dsp:spPr>
        <a:xfrm>
          <a:off x="287333" y="215592"/>
          <a:ext cx="522423" cy="5224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9360CD-4C14-41F5-BEB0-B102FD719A18}">
      <dsp:nvSpPr>
        <dsp:cNvPr id="0" name=""/>
        <dsp:cNvSpPr/>
      </dsp:nvSpPr>
      <dsp:spPr>
        <a:xfrm>
          <a:off x="1097089" y="1874"/>
          <a:ext cx="9197287" cy="9498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527" tIns="100527" rIns="100527" bIns="10052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1" i="0" kern="1200"/>
            <a:t>Desempenho:</a:t>
          </a:r>
          <a:r>
            <a:rPr lang="pt-BR" sz="2200" b="0" i="0" kern="1200"/>
            <a:t> "O sistema deve responder a buscas em menos de 2 segundos, mesmo com 500 usuários simultâneos."</a:t>
          </a:r>
          <a:endParaRPr lang="pt-BR" sz="2200" kern="1200"/>
        </a:p>
      </dsp:txBody>
      <dsp:txXfrm>
        <a:off x="1097089" y="1874"/>
        <a:ext cx="9197287" cy="949861"/>
      </dsp:txXfrm>
    </dsp:sp>
    <dsp:sp modelId="{F50645E0-250E-47B2-A5F3-46EAB46366DE}">
      <dsp:nvSpPr>
        <dsp:cNvPr id="0" name=""/>
        <dsp:cNvSpPr/>
      </dsp:nvSpPr>
      <dsp:spPr>
        <a:xfrm>
          <a:off x="0" y="1189200"/>
          <a:ext cx="10294377" cy="94986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803EF4-CA2B-4BFC-B89C-9625A334DE9C}">
      <dsp:nvSpPr>
        <dsp:cNvPr id="0" name=""/>
        <dsp:cNvSpPr/>
      </dsp:nvSpPr>
      <dsp:spPr>
        <a:xfrm>
          <a:off x="287333" y="1402919"/>
          <a:ext cx="522423" cy="5224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2B33A0-29A6-4908-B1F4-7648D337B33F}">
      <dsp:nvSpPr>
        <dsp:cNvPr id="0" name=""/>
        <dsp:cNvSpPr/>
      </dsp:nvSpPr>
      <dsp:spPr>
        <a:xfrm>
          <a:off x="1097089" y="1189200"/>
          <a:ext cx="9197287" cy="9498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527" tIns="100527" rIns="100527" bIns="10052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1" i="0" kern="1200"/>
            <a:t>Segurança:</a:t>
          </a:r>
          <a:r>
            <a:rPr lang="pt-BR" sz="2200" b="0" i="0" kern="1200"/>
            <a:t> "O sistema deve criptografar todas as informações de pagamento usando protocolo SSL."</a:t>
          </a:r>
        </a:p>
      </dsp:txBody>
      <dsp:txXfrm>
        <a:off x="1097089" y="1189200"/>
        <a:ext cx="9197287" cy="949861"/>
      </dsp:txXfrm>
    </dsp:sp>
    <dsp:sp modelId="{F6B8B81E-6C68-443E-985D-4D41A6EFF028}">
      <dsp:nvSpPr>
        <dsp:cNvPr id="0" name=""/>
        <dsp:cNvSpPr/>
      </dsp:nvSpPr>
      <dsp:spPr>
        <a:xfrm>
          <a:off x="0" y="2376527"/>
          <a:ext cx="10294377" cy="94986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3A113F-F642-48D4-9463-E4D5E0989C43}">
      <dsp:nvSpPr>
        <dsp:cNvPr id="0" name=""/>
        <dsp:cNvSpPr/>
      </dsp:nvSpPr>
      <dsp:spPr>
        <a:xfrm>
          <a:off x="287333" y="2590245"/>
          <a:ext cx="522423" cy="52242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DCC168-5F04-4398-9A2A-1B1097696B63}">
      <dsp:nvSpPr>
        <dsp:cNvPr id="0" name=""/>
        <dsp:cNvSpPr/>
      </dsp:nvSpPr>
      <dsp:spPr>
        <a:xfrm>
          <a:off x="1097089" y="2376527"/>
          <a:ext cx="9197287" cy="9498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527" tIns="100527" rIns="100527" bIns="10052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1" i="0" kern="1200"/>
            <a:t>Usabilidade:</a:t>
          </a:r>
          <a:r>
            <a:rPr lang="pt-BR" sz="2200" b="0" i="0" kern="1200"/>
            <a:t> "O processo de checkout não deve exigir mais de 5 passos para ser completado."</a:t>
          </a:r>
        </a:p>
      </dsp:txBody>
      <dsp:txXfrm>
        <a:off x="1097089" y="2376527"/>
        <a:ext cx="9197287" cy="949861"/>
      </dsp:txXfrm>
    </dsp:sp>
    <dsp:sp modelId="{79A850D9-2093-4D30-94AF-1232BA1583DF}">
      <dsp:nvSpPr>
        <dsp:cNvPr id="0" name=""/>
        <dsp:cNvSpPr/>
      </dsp:nvSpPr>
      <dsp:spPr>
        <a:xfrm>
          <a:off x="0" y="3563853"/>
          <a:ext cx="10294377" cy="94986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BB6311-45ED-4F7C-8489-F54E34A121B3}">
      <dsp:nvSpPr>
        <dsp:cNvPr id="0" name=""/>
        <dsp:cNvSpPr/>
      </dsp:nvSpPr>
      <dsp:spPr>
        <a:xfrm>
          <a:off x="287333" y="3777572"/>
          <a:ext cx="522423" cy="52242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B46DC8-9B78-408D-9A33-AF2E3A67AA11}">
      <dsp:nvSpPr>
        <dsp:cNvPr id="0" name=""/>
        <dsp:cNvSpPr/>
      </dsp:nvSpPr>
      <dsp:spPr>
        <a:xfrm>
          <a:off x="1097089" y="3563853"/>
          <a:ext cx="9197287" cy="9498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527" tIns="100527" rIns="100527" bIns="10052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1" i="0" kern="1200"/>
            <a:t>Confiabilidade:</a:t>
          </a:r>
          <a:r>
            <a:rPr lang="pt-BR" sz="2200" b="0" i="0" kern="1200"/>
            <a:t> "O sistema deve manter disponibilidade de 99,9% durante horário comercial."</a:t>
          </a:r>
        </a:p>
      </dsp:txBody>
      <dsp:txXfrm>
        <a:off x="1097089" y="3563853"/>
        <a:ext cx="9197287" cy="9498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f01535d51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g1f01535d51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6" name="Google Shape;7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b6ce6a8b7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g16b6ce6a8b7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A9C931E9-79B7-5E8F-87A8-B774FD4EB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b6ce6a8b7_1_8:notes">
            <a:extLst>
              <a:ext uri="{FF2B5EF4-FFF2-40B4-BE49-F238E27FC236}">
                <a16:creationId xmlns:a16="http://schemas.microsoft.com/office/drawing/2014/main" id="{FEC8862F-7196-4507-28D6-9088D115BF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g16b6ce6a8b7_1_8:notes">
            <a:extLst>
              <a:ext uri="{FF2B5EF4-FFF2-40B4-BE49-F238E27FC236}">
                <a16:creationId xmlns:a16="http://schemas.microsoft.com/office/drawing/2014/main" id="{D7DA23AB-F3A4-181E-A479-9575962892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21833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64B9659B-5AF3-6AE0-3E5E-8CD35D2CC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b6ce6a8b7_1_8:notes">
            <a:extLst>
              <a:ext uri="{FF2B5EF4-FFF2-40B4-BE49-F238E27FC236}">
                <a16:creationId xmlns:a16="http://schemas.microsoft.com/office/drawing/2014/main" id="{7445CD98-3D36-64A2-85F4-7B625BCAFC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g16b6ce6a8b7_1_8:notes">
            <a:extLst>
              <a:ext uri="{FF2B5EF4-FFF2-40B4-BE49-F238E27FC236}">
                <a16:creationId xmlns:a16="http://schemas.microsoft.com/office/drawing/2014/main" id="{7D8F6F65-F7AF-5E16-D9AE-28698E2EE9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25833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A6D4606D-44D8-5790-469F-6EA557BB0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b6ce6a8b7_1_8:notes">
            <a:extLst>
              <a:ext uri="{FF2B5EF4-FFF2-40B4-BE49-F238E27FC236}">
                <a16:creationId xmlns:a16="http://schemas.microsoft.com/office/drawing/2014/main" id="{1F966775-F551-E79B-3E9B-214820230E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g16b6ce6a8b7_1_8:notes">
            <a:extLst>
              <a:ext uri="{FF2B5EF4-FFF2-40B4-BE49-F238E27FC236}">
                <a16:creationId xmlns:a16="http://schemas.microsoft.com/office/drawing/2014/main" id="{8A5D0F19-1ABD-9DDB-FD43-27B550D7D2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36790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1A596A67-7565-33D5-7D9E-5F20D66A6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b6ce6a8b7_1_8:notes">
            <a:extLst>
              <a:ext uri="{FF2B5EF4-FFF2-40B4-BE49-F238E27FC236}">
                <a16:creationId xmlns:a16="http://schemas.microsoft.com/office/drawing/2014/main" id="{6E53036D-BEB5-AA9D-849B-35B968686D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g16b6ce6a8b7_1_8:notes">
            <a:extLst>
              <a:ext uri="{FF2B5EF4-FFF2-40B4-BE49-F238E27FC236}">
                <a16:creationId xmlns:a16="http://schemas.microsoft.com/office/drawing/2014/main" id="{B5119F64-BAF3-704B-8BA2-720B2D9AE3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77934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03BDDF87-E4ED-3CFB-28EE-4AA2C7663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b6ce6a8b7_1_8:notes">
            <a:extLst>
              <a:ext uri="{FF2B5EF4-FFF2-40B4-BE49-F238E27FC236}">
                <a16:creationId xmlns:a16="http://schemas.microsoft.com/office/drawing/2014/main" id="{C31504A8-B7DA-93D4-E900-6BE89A01E7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g16b6ce6a8b7_1_8:notes">
            <a:extLst>
              <a:ext uri="{FF2B5EF4-FFF2-40B4-BE49-F238E27FC236}">
                <a16:creationId xmlns:a16="http://schemas.microsoft.com/office/drawing/2014/main" id="{228C835F-4C9B-BD94-BDCC-29CE1FC6E0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60885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D9207A52-F2F5-1826-AA48-2DBFCB98C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b6ce6a8b7_1_8:notes">
            <a:extLst>
              <a:ext uri="{FF2B5EF4-FFF2-40B4-BE49-F238E27FC236}">
                <a16:creationId xmlns:a16="http://schemas.microsoft.com/office/drawing/2014/main" id="{C2B7EB96-1785-5600-72F3-BE9C89DC88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g16b6ce6a8b7_1_8:notes">
            <a:extLst>
              <a:ext uri="{FF2B5EF4-FFF2-40B4-BE49-F238E27FC236}">
                <a16:creationId xmlns:a16="http://schemas.microsoft.com/office/drawing/2014/main" id="{B8A7B5BE-D491-D609-AA7F-AD84196D7C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91809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275FB1EE-BE2D-146C-4419-A5BFD0D3F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b6ce6a8b7_1_8:notes">
            <a:extLst>
              <a:ext uri="{FF2B5EF4-FFF2-40B4-BE49-F238E27FC236}">
                <a16:creationId xmlns:a16="http://schemas.microsoft.com/office/drawing/2014/main" id="{67AA0CE0-AB9F-CD33-9AFC-9B17D44BBF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g16b6ce6a8b7_1_8:notes">
            <a:extLst>
              <a:ext uri="{FF2B5EF4-FFF2-40B4-BE49-F238E27FC236}">
                <a16:creationId xmlns:a16="http://schemas.microsoft.com/office/drawing/2014/main" id="{763CC18B-0360-FC60-CC94-6B4EE864A5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1875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FB07BE0B-F37F-CBAE-DF25-9BB9B46BB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b6ce6a8b7_1_8:notes">
            <a:extLst>
              <a:ext uri="{FF2B5EF4-FFF2-40B4-BE49-F238E27FC236}">
                <a16:creationId xmlns:a16="http://schemas.microsoft.com/office/drawing/2014/main" id="{3170879C-B834-11A9-97B3-F6623B606A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g16b6ce6a8b7_1_8:notes">
            <a:extLst>
              <a:ext uri="{FF2B5EF4-FFF2-40B4-BE49-F238E27FC236}">
                <a16:creationId xmlns:a16="http://schemas.microsoft.com/office/drawing/2014/main" id="{66F95877-784E-07DE-F7F8-9C1A93BAB3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74954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93D105BB-1F7F-71EC-311A-EBAC5C1B7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b6ce6a8b7_1_8:notes">
            <a:extLst>
              <a:ext uri="{FF2B5EF4-FFF2-40B4-BE49-F238E27FC236}">
                <a16:creationId xmlns:a16="http://schemas.microsoft.com/office/drawing/2014/main" id="{370550BB-C1DE-0922-C61B-CC904204B7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g16b6ce6a8b7_1_8:notes">
            <a:extLst>
              <a:ext uri="{FF2B5EF4-FFF2-40B4-BE49-F238E27FC236}">
                <a16:creationId xmlns:a16="http://schemas.microsoft.com/office/drawing/2014/main" id="{D645D0FB-72D3-45C9-6B92-9EDB5A544A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40551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1" name="Google Shape;22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e277b18323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6" name="Google Shape;226;g1e277b1832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ayout Personalizado">
  <p:cSld name="1_Layout Personalizado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ayout Personalizado">
  <p:cSld name="2_Layout Personalizado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8" name="Google Shape;38;p18"/>
          <p:cNvSpPr txBox="1">
            <a:spLocks noGrp="1"/>
          </p:cNvSpPr>
          <p:nvPr>
            <p:ph type="body" idx="1"/>
          </p:nvPr>
        </p:nvSpPr>
        <p:spPr>
          <a:xfrm>
            <a:off x="609600" y="1484785"/>
            <a:ext cx="10972800" cy="4104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Layout Personalizado">
  <p:cSld name="4_Layout Personalizado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3_Layout Personalizado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2" name="Google Shape;62;p21"/>
          <p:cNvSpPr txBox="1">
            <a:spLocks noGrp="1"/>
          </p:cNvSpPr>
          <p:nvPr>
            <p:ph type="body" idx="1"/>
          </p:nvPr>
        </p:nvSpPr>
        <p:spPr>
          <a:xfrm>
            <a:off x="609600" y="1484785"/>
            <a:ext cx="5390389" cy="4104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 txBox="1">
            <a:spLocks noGrp="1"/>
          </p:cNvSpPr>
          <p:nvPr>
            <p:ph type="body" idx="2"/>
          </p:nvPr>
        </p:nvSpPr>
        <p:spPr>
          <a:xfrm>
            <a:off x="6096000" y="1484785"/>
            <a:ext cx="5469416" cy="4104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Slide de Título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20053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Título e Conteúdo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75631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Cabeçalho da Seção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5429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Duas Partes de Conteúdo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75148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Comparação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6290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Somente Título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5667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Em Branco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34871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Conteúdo com Legenda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44343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Imagem com Legenda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7263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Título e Texto Vertical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674690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Texto e Título Vertical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3475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6" r:id="rId4"/>
  </p:sldLayoutIdLst>
  <p:transition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12414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f01535d517_0_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g1f01535d517_0_0"/>
          <p:cNvPicPr preferRelativeResize="0"/>
          <p:nvPr/>
        </p:nvPicPr>
        <p:blipFill rotWithShape="1">
          <a:blip r:embed="rId3">
            <a:alphaModFix amt="50000"/>
          </a:blip>
          <a:srcRect r="11110"/>
          <a:stretch/>
        </p:blipFill>
        <p:spPr>
          <a:xfrm>
            <a:off x="20" y="1"/>
            <a:ext cx="1219198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g1f01535d517_0_0"/>
          <p:cNvSpPr txBox="1">
            <a:spLocks noGrp="1"/>
          </p:cNvSpPr>
          <p:nvPr>
            <p:ph type="ctrTitle"/>
          </p:nvPr>
        </p:nvSpPr>
        <p:spPr>
          <a:xfrm>
            <a:off x="1524000" y="1122362"/>
            <a:ext cx="9144000" cy="29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lang="pt-BR">
                <a:solidFill>
                  <a:srgbClr val="FFFFFF"/>
                </a:solidFill>
              </a:rPr>
              <a:t>Modelagem de Software</a:t>
            </a:r>
            <a:endParaRPr/>
          </a:p>
        </p:txBody>
      </p:sp>
      <p:sp>
        <p:nvSpPr>
          <p:cNvPr id="87" name="Google Shape;87;g1f01535d517_0_0"/>
          <p:cNvSpPr txBox="1"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</a:pPr>
            <a:r>
              <a:rPr lang="pt-BR" sz="2600">
                <a:solidFill>
                  <a:srgbClr val="FFFFFF"/>
                </a:solidFill>
              </a:rPr>
              <a:t>Profª Leide Vieira</a:t>
            </a:r>
            <a:endParaRPr sz="2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4" name="Rectangle 93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8" name="Google Shape;78;p4"/>
          <p:cNvSpPr txBox="1"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  <a:buSzPts val="4400"/>
            </a:pPr>
            <a:r>
              <a:rPr lang="en-US" sz="4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Classificação</a:t>
            </a:r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e </a:t>
            </a:r>
            <a:b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Organização</a:t>
            </a:r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4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Requisitos</a:t>
            </a:r>
            <a:endParaRPr lang="en-US" sz="4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7" name="Rectangle 106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Google Shape;89;g16b6ce6a8b7_1_8"/>
          <p:cNvSpPr txBox="1">
            <a:spLocks noGrp="1"/>
          </p:cNvSpPr>
          <p:nvPr>
            <p:ph type="title"/>
          </p:nvPr>
        </p:nvSpPr>
        <p:spPr>
          <a:xfrm>
            <a:off x="757085" y="294538"/>
            <a:ext cx="10510466" cy="1033669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 fontScale="90000"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pt-BR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Importância da Classificação de Requisitos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1" name="Google Shape;91;g16b6ce6a8b7_1_8"/>
          <p:cNvSpPr txBox="1">
            <a:spLocks noGrp="1"/>
          </p:cNvSpPr>
          <p:nvPr>
            <p:ph type="body" idx="1"/>
          </p:nvPr>
        </p:nvSpPr>
        <p:spPr>
          <a:xfrm>
            <a:off x="757085" y="1597432"/>
            <a:ext cx="10338545" cy="4404123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indent="0">
              <a:lnSpc>
                <a:spcPct val="90000"/>
              </a:lnSpc>
              <a:spcAft>
                <a:spcPts val="600"/>
              </a:spcAft>
            </a:pPr>
            <a:r>
              <a:rPr lang="pt-BR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classificação adequada de requisitos permite:</a:t>
            </a:r>
          </a:p>
          <a:p>
            <a:pPr marL="0" indent="0">
              <a:lnSpc>
                <a:spcPct val="90000"/>
              </a:lnSpc>
              <a:spcAft>
                <a:spcPts val="600"/>
              </a:spcAft>
            </a:pPr>
            <a:endParaRPr lang="pt-BR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Estabelecer prioridades claras para o desenvolvimento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pt-BR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Melhorar a comunicação entre equipes técnicas e não-técnicas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pt-BR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Identificar potenciais conflitos entre requisitos antecipadamente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pt-BR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Estimar com maior precisão o esforço necessário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pt-BR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Alinhar o desenvolvimento com os objetivos de negócio</a:t>
            </a:r>
            <a:endParaRPr lang="en-US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0" name="Google Shape;90;g16b6ce6a8b7_1_8"/>
          <p:cNvSpPr txBox="1">
            <a:spLocks noGrp="1"/>
          </p:cNvSpPr>
          <p:nvPr>
            <p:ph type="sldNum" idx="12"/>
          </p:nvPr>
        </p:nvSpPr>
        <p:spPr>
          <a:xfrm>
            <a:off x="11704320" y="6455431"/>
            <a:ext cx="445913" cy="365125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3</a:t>
            </a:fld>
            <a:endParaRPr lang="en-US" sz="1100" kern="120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8">
          <a:extLst>
            <a:ext uri="{FF2B5EF4-FFF2-40B4-BE49-F238E27FC236}">
              <a16:creationId xmlns:a16="http://schemas.microsoft.com/office/drawing/2014/main" id="{70253A5C-3BE5-A853-6975-38A1B6B0F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7" name="Rectangle 106">
            <a:extLst>
              <a:ext uri="{FF2B5EF4-FFF2-40B4-BE49-F238E27FC236}">
                <a16:creationId xmlns:a16="http://schemas.microsoft.com/office/drawing/2014/main" id="{A34CDC33-1A7F-0EB4-C44D-D597B424D0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DCBD0932-1F75-FFCB-C935-006A46974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0137EF75-5C2F-6998-4EA0-0A3CB97275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2764BF20-0DC1-84FD-DEB4-6A9031DEC7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55298224-7F07-185E-B753-0A44FF8024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Google Shape;89;g16b6ce6a8b7_1_8">
            <a:extLst>
              <a:ext uri="{FF2B5EF4-FFF2-40B4-BE49-F238E27FC236}">
                <a16:creationId xmlns:a16="http://schemas.microsoft.com/office/drawing/2014/main" id="{866C68DD-D362-D04A-92C3-8C5B0F76E3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57085" y="294538"/>
            <a:ext cx="10510466" cy="1033669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pt-BR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Exemplos de Requisitos Funcionais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0" name="Google Shape;90;g16b6ce6a8b7_1_8">
            <a:extLst>
              <a:ext uri="{FF2B5EF4-FFF2-40B4-BE49-F238E27FC236}">
                <a16:creationId xmlns:a16="http://schemas.microsoft.com/office/drawing/2014/main" id="{3F020AE3-57CE-BB2C-52E3-038A5323383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704320" y="6455431"/>
            <a:ext cx="445913" cy="365125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4</a:t>
            </a:fld>
            <a:endParaRPr lang="en-US" sz="1100" kern="120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B5FA50FD-CEF2-C7E6-3E4E-3ED963F486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03002954"/>
              </p:ext>
            </p:extLst>
          </p:nvPr>
        </p:nvGraphicFramePr>
        <p:xfrm>
          <a:off x="757081" y="1740734"/>
          <a:ext cx="10294377" cy="45155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81759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8">
          <a:extLst>
            <a:ext uri="{FF2B5EF4-FFF2-40B4-BE49-F238E27FC236}">
              <a16:creationId xmlns:a16="http://schemas.microsoft.com/office/drawing/2014/main" id="{C34B7190-C530-6592-2A02-F8448B0A2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7" name="Rectangle 106">
            <a:extLst>
              <a:ext uri="{FF2B5EF4-FFF2-40B4-BE49-F238E27FC236}">
                <a16:creationId xmlns:a16="http://schemas.microsoft.com/office/drawing/2014/main" id="{980C281A-78D1-8274-2218-398BB3112D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92DFD7DA-8815-DE4B-AC72-4D1D2FC48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8B8336E2-CFE2-EFF5-A0CF-782C497334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C3F01B7F-7164-C594-8738-7818AC8F60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F9E98C3D-1009-3E05-A11F-42BFA94E54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Google Shape;89;g16b6ce6a8b7_1_8">
            <a:extLst>
              <a:ext uri="{FF2B5EF4-FFF2-40B4-BE49-F238E27FC236}">
                <a16:creationId xmlns:a16="http://schemas.microsoft.com/office/drawing/2014/main" id="{BE338808-52B2-CF22-1065-57E2958B06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57085" y="294538"/>
            <a:ext cx="10510466" cy="1033669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pt-BR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Requisitos Não-Funcionais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1" name="Google Shape;91;g16b6ce6a8b7_1_8">
            <a:extLst>
              <a:ext uri="{FF2B5EF4-FFF2-40B4-BE49-F238E27FC236}">
                <a16:creationId xmlns:a16="http://schemas.microsoft.com/office/drawing/2014/main" id="{011C95FA-C364-C00E-242D-963EC5AB6A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7085" y="1769806"/>
            <a:ext cx="10338545" cy="4444181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indent="0">
              <a:lnSpc>
                <a:spcPct val="90000"/>
              </a:lnSpc>
              <a:spcAft>
                <a:spcPts val="600"/>
              </a:spcAft>
            </a:pPr>
            <a:r>
              <a:rPr lang="pt-BR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Especificam como o sistema deve se comportar - qualidades ou atributos do sistema</a:t>
            </a:r>
            <a:endParaRPr lang="en-US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0" name="Google Shape;90;g16b6ce6a8b7_1_8">
            <a:extLst>
              <a:ext uri="{FF2B5EF4-FFF2-40B4-BE49-F238E27FC236}">
                <a16:creationId xmlns:a16="http://schemas.microsoft.com/office/drawing/2014/main" id="{D1439FE5-D69E-C7DA-F5BE-24B4BA0A3F7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704320" y="6455431"/>
            <a:ext cx="445913" cy="365125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5</a:t>
            </a:fld>
            <a:endParaRPr lang="en-US" sz="1100" kern="120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493A902F-D6AD-0FE4-AA56-2E06EC3520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8515313"/>
              </p:ext>
            </p:extLst>
          </p:nvPr>
        </p:nvGraphicFramePr>
        <p:xfrm>
          <a:off x="696449" y="2503794"/>
          <a:ext cx="10799097" cy="34344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40946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8">
          <a:extLst>
            <a:ext uri="{FF2B5EF4-FFF2-40B4-BE49-F238E27FC236}">
              <a16:creationId xmlns:a16="http://schemas.microsoft.com/office/drawing/2014/main" id="{A1C15636-319A-5441-B2BC-5DF7BA262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7" name="Rectangle 106">
            <a:extLst>
              <a:ext uri="{FF2B5EF4-FFF2-40B4-BE49-F238E27FC236}">
                <a16:creationId xmlns:a16="http://schemas.microsoft.com/office/drawing/2014/main" id="{21E4A54D-ED11-0294-2AC9-551D38D0D5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60938A6F-8497-8643-9128-444F6B0C8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98DA8030-52D5-A4D1-25CA-D9EFC7303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37A96E5D-8E31-F52B-8FDE-F11A5CA81A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8EB1D39F-D6A3-B59A-7A73-733828C1E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Google Shape;89;g16b6ce6a8b7_1_8">
            <a:extLst>
              <a:ext uri="{FF2B5EF4-FFF2-40B4-BE49-F238E27FC236}">
                <a16:creationId xmlns:a16="http://schemas.microsoft.com/office/drawing/2014/main" id="{5ABBA2AC-AB89-155C-8854-057B7F2285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57085" y="294538"/>
            <a:ext cx="10510466" cy="1033669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pt-BR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Exemplos de Requisitos Não-Funcionais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0" name="Google Shape;90;g16b6ce6a8b7_1_8">
            <a:extLst>
              <a:ext uri="{FF2B5EF4-FFF2-40B4-BE49-F238E27FC236}">
                <a16:creationId xmlns:a16="http://schemas.microsoft.com/office/drawing/2014/main" id="{B70C33FB-77A4-1F48-F909-A0C29D5C8B7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704320" y="6455431"/>
            <a:ext cx="445913" cy="365125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6</a:t>
            </a:fld>
            <a:endParaRPr lang="en-US" sz="1100" kern="120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388C0274-63BC-2E60-6CFB-3099599E7A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38945571"/>
              </p:ext>
            </p:extLst>
          </p:nvPr>
        </p:nvGraphicFramePr>
        <p:xfrm>
          <a:off x="757081" y="1740734"/>
          <a:ext cx="10294377" cy="45155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37968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8">
          <a:extLst>
            <a:ext uri="{FF2B5EF4-FFF2-40B4-BE49-F238E27FC236}">
              <a16:creationId xmlns:a16="http://schemas.microsoft.com/office/drawing/2014/main" id="{455EDADC-BD8A-9F3C-38F0-662D7876F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7" name="Rectangle 106">
            <a:extLst>
              <a:ext uri="{FF2B5EF4-FFF2-40B4-BE49-F238E27FC236}">
                <a16:creationId xmlns:a16="http://schemas.microsoft.com/office/drawing/2014/main" id="{97C3CF69-B656-485B-D432-9C0DE9751A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CFE8B11B-9B25-8A9B-020D-CBC97AE5E9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1B13D2E9-4FB1-7AE7-FCA2-DD6A1A597B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7D9DC998-C019-75E9-3FB0-F9A83B470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CD4409C3-A8F8-609D-BA96-F4DD2C3E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Google Shape;89;g16b6ce6a8b7_1_8">
            <a:extLst>
              <a:ext uri="{FF2B5EF4-FFF2-40B4-BE49-F238E27FC236}">
                <a16:creationId xmlns:a16="http://schemas.microsoft.com/office/drawing/2014/main" id="{6D641A65-D1BB-AC86-F5FD-417CE9BDC7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57085" y="294538"/>
            <a:ext cx="10510466" cy="1033669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pt-BR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Documentação de Requisitos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1" name="Google Shape;91;g16b6ce6a8b7_1_8">
            <a:extLst>
              <a:ext uri="{FF2B5EF4-FFF2-40B4-BE49-F238E27FC236}">
                <a16:creationId xmlns:a16="http://schemas.microsoft.com/office/drawing/2014/main" id="{C1DF0C88-283A-E0B1-F5E9-1EE534D21F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7085" y="1597432"/>
            <a:ext cx="10338545" cy="4404123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 fontScale="92500" lnSpcReduction="20000"/>
          </a:bodyPr>
          <a:lstStyle/>
          <a:p>
            <a:pPr marL="0" indent="0">
              <a:lnSpc>
                <a:spcPct val="90000"/>
              </a:lnSpc>
              <a:spcAft>
                <a:spcPts val="600"/>
              </a:spcAft>
            </a:pPr>
            <a:r>
              <a:rPr lang="pt-BR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Um requisito bem documentado deve incluir:</a:t>
            </a:r>
          </a:p>
          <a:p>
            <a:pPr marL="0" indent="0">
              <a:lnSpc>
                <a:spcPct val="90000"/>
              </a:lnSpc>
              <a:spcAft>
                <a:spcPts val="600"/>
              </a:spcAft>
            </a:pPr>
            <a:endParaRPr lang="pt-BR" sz="20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>
              <a:lnSpc>
                <a:spcPct val="90000"/>
              </a:lnSpc>
              <a:spcAft>
                <a:spcPts val="600"/>
              </a:spcAft>
            </a:pPr>
            <a:r>
              <a:rPr lang="pt-BR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Identificador único: </a:t>
            </a:r>
            <a:r>
              <a:rPr lang="pt-BR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Código ou número que identifica inequivocamente o requisito</a:t>
            </a:r>
          </a:p>
          <a:p>
            <a:pPr marL="0" indent="0">
              <a:lnSpc>
                <a:spcPct val="90000"/>
              </a:lnSpc>
              <a:spcAft>
                <a:spcPts val="600"/>
              </a:spcAft>
            </a:pPr>
            <a:endParaRPr lang="pt-BR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>
              <a:lnSpc>
                <a:spcPct val="90000"/>
              </a:lnSpc>
              <a:spcAft>
                <a:spcPts val="600"/>
              </a:spcAft>
            </a:pPr>
            <a:r>
              <a:rPr lang="pt-BR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Descrição</a:t>
            </a:r>
            <a:r>
              <a:rPr lang="pt-BR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Explicação clara e concisa, evitando ambiguidades</a:t>
            </a:r>
          </a:p>
          <a:p>
            <a:pPr marL="0" indent="0">
              <a:lnSpc>
                <a:spcPct val="90000"/>
              </a:lnSpc>
              <a:spcAft>
                <a:spcPts val="600"/>
              </a:spcAft>
            </a:pPr>
            <a:endParaRPr lang="pt-BR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>
              <a:lnSpc>
                <a:spcPct val="90000"/>
              </a:lnSpc>
              <a:spcAft>
                <a:spcPts val="600"/>
              </a:spcAft>
            </a:pPr>
            <a:r>
              <a:rPr lang="pt-BR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Categoria</a:t>
            </a:r>
            <a:r>
              <a:rPr lang="pt-BR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Funcional ou não-funcional (e subcategoria)</a:t>
            </a:r>
          </a:p>
          <a:p>
            <a:pPr marL="0" indent="0">
              <a:lnSpc>
                <a:spcPct val="90000"/>
              </a:lnSpc>
              <a:spcAft>
                <a:spcPts val="600"/>
              </a:spcAft>
            </a:pPr>
            <a:endParaRPr lang="pt-BR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>
              <a:lnSpc>
                <a:spcPct val="90000"/>
              </a:lnSpc>
              <a:spcAft>
                <a:spcPts val="600"/>
              </a:spcAft>
            </a:pPr>
            <a:r>
              <a:rPr lang="pt-BR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Prioridade</a:t>
            </a:r>
            <a:r>
              <a:rPr lang="pt-BR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Importância relativa para o negócio e usuários</a:t>
            </a:r>
          </a:p>
          <a:p>
            <a:pPr marL="0" indent="0">
              <a:lnSpc>
                <a:spcPct val="90000"/>
              </a:lnSpc>
              <a:spcAft>
                <a:spcPts val="600"/>
              </a:spcAft>
            </a:pPr>
            <a:endParaRPr lang="pt-BR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>
              <a:lnSpc>
                <a:spcPct val="90000"/>
              </a:lnSpc>
              <a:spcAft>
                <a:spcPts val="600"/>
              </a:spcAft>
            </a:pPr>
            <a:r>
              <a:rPr lang="pt-BR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Fonte</a:t>
            </a:r>
            <a:r>
              <a:rPr lang="pt-BR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Quem solicitou ou origem do requisito</a:t>
            </a:r>
          </a:p>
          <a:p>
            <a:pPr marL="0" indent="0">
              <a:lnSpc>
                <a:spcPct val="90000"/>
              </a:lnSpc>
              <a:spcAft>
                <a:spcPts val="600"/>
              </a:spcAft>
            </a:pPr>
            <a:endParaRPr lang="pt-BR" sz="20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>
              <a:lnSpc>
                <a:spcPct val="90000"/>
              </a:lnSpc>
              <a:spcAft>
                <a:spcPts val="600"/>
              </a:spcAft>
            </a:pPr>
            <a:r>
              <a:rPr lang="pt-BR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Critérios de aceitação: </a:t>
            </a:r>
            <a:r>
              <a:rPr lang="pt-BR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Como verificar se foi implementado corretamente</a:t>
            </a:r>
          </a:p>
          <a:p>
            <a:pPr marL="0" indent="0">
              <a:lnSpc>
                <a:spcPct val="90000"/>
              </a:lnSpc>
              <a:spcAft>
                <a:spcPts val="600"/>
              </a:spcAft>
            </a:pPr>
            <a:endParaRPr lang="pt-BR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>
              <a:lnSpc>
                <a:spcPct val="90000"/>
              </a:lnSpc>
              <a:spcAft>
                <a:spcPts val="600"/>
              </a:spcAft>
            </a:pPr>
            <a:r>
              <a:rPr lang="pt-BR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Dependências</a:t>
            </a:r>
            <a:r>
              <a:rPr lang="pt-BR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Relações com outros requisitos</a:t>
            </a:r>
            <a:endParaRPr lang="en-US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0" name="Google Shape;90;g16b6ce6a8b7_1_8">
            <a:extLst>
              <a:ext uri="{FF2B5EF4-FFF2-40B4-BE49-F238E27FC236}">
                <a16:creationId xmlns:a16="http://schemas.microsoft.com/office/drawing/2014/main" id="{63248908-C94B-DD98-319E-CEAB8093F3F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704320" y="6455431"/>
            <a:ext cx="445913" cy="365125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7</a:t>
            </a:fld>
            <a:endParaRPr lang="en-US" sz="1100" kern="120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2005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8">
          <a:extLst>
            <a:ext uri="{FF2B5EF4-FFF2-40B4-BE49-F238E27FC236}">
              <a16:creationId xmlns:a16="http://schemas.microsoft.com/office/drawing/2014/main" id="{C4E8F511-1F7C-E5BB-A037-1A35BA21A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7" name="Rectangle 106">
            <a:extLst>
              <a:ext uri="{FF2B5EF4-FFF2-40B4-BE49-F238E27FC236}">
                <a16:creationId xmlns:a16="http://schemas.microsoft.com/office/drawing/2014/main" id="{97217692-4705-09C3-FB29-3D528F123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53013CBA-349F-2429-8AC6-A7C455DCD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9C2F91D4-CF92-8D41-AD97-D7CC90190A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92169D17-0965-7A0F-DD10-9AC7E3DB2F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7EC21C64-F03F-4751-3E43-82A54EC76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Google Shape;89;g16b6ce6a8b7_1_8">
            <a:extLst>
              <a:ext uri="{FF2B5EF4-FFF2-40B4-BE49-F238E27FC236}">
                <a16:creationId xmlns:a16="http://schemas.microsoft.com/office/drawing/2014/main" id="{8B6D1F49-D245-3401-B9D2-FED94921E5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57085" y="294538"/>
            <a:ext cx="10510466" cy="1033669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pt-BR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Exemplo de Documentação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1" name="Google Shape;91;g16b6ce6a8b7_1_8">
            <a:extLst>
              <a:ext uri="{FF2B5EF4-FFF2-40B4-BE49-F238E27FC236}">
                <a16:creationId xmlns:a16="http://schemas.microsoft.com/office/drawing/2014/main" id="{193450F0-74A0-C7F3-5FBD-0B7C40ECB7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7085" y="1597432"/>
            <a:ext cx="10338545" cy="4404123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algn="l">
              <a:spcAft>
                <a:spcPts val="600"/>
              </a:spcAft>
            </a:pPr>
            <a:r>
              <a:rPr lang="pt-BR" sz="2000" b="1" i="0" dirty="0">
                <a:solidFill>
                  <a:srgbClr val="030712"/>
                </a:solidFill>
                <a:effectLst/>
                <a:latin typeface="+mn-lt"/>
              </a:rPr>
              <a:t>ID:</a:t>
            </a:r>
            <a:r>
              <a:rPr lang="pt-BR" sz="2000" b="0" i="0" dirty="0">
                <a:solidFill>
                  <a:srgbClr val="030712"/>
                </a:solidFill>
                <a:effectLst/>
                <a:latin typeface="+mn-lt"/>
              </a:rPr>
              <a:t> RF-007</a:t>
            </a:r>
          </a:p>
          <a:p>
            <a:pPr algn="l">
              <a:spcAft>
                <a:spcPts val="600"/>
              </a:spcAft>
            </a:pPr>
            <a:r>
              <a:rPr lang="pt-BR" sz="2000" b="1" i="0" dirty="0">
                <a:solidFill>
                  <a:srgbClr val="030712"/>
                </a:solidFill>
                <a:effectLst/>
                <a:latin typeface="+mn-lt"/>
              </a:rPr>
              <a:t>Descrição:</a:t>
            </a:r>
            <a:r>
              <a:rPr lang="pt-BR" sz="2000" b="0" i="0" dirty="0">
                <a:solidFill>
                  <a:srgbClr val="030712"/>
                </a:solidFill>
                <a:effectLst/>
                <a:latin typeface="+mn-lt"/>
              </a:rPr>
              <a:t> O sistema deve permitir que clientes comparem especificações técnicas de até 3 produtos simultaneamente.</a:t>
            </a:r>
          </a:p>
          <a:p>
            <a:pPr algn="l">
              <a:spcAft>
                <a:spcPts val="600"/>
              </a:spcAft>
            </a:pPr>
            <a:r>
              <a:rPr lang="pt-BR" sz="2000" b="1" i="0" dirty="0">
                <a:solidFill>
                  <a:srgbClr val="030712"/>
                </a:solidFill>
                <a:effectLst/>
                <a:latin typeface="+mn-lt"/>
              </a:rPr>
              <a:t>Categoria:</a:t>
            </a:r>
            <a:r>
              <a:rPr lang="pt-BR" sz="2000" b="0" i="0" dirty="0">
                <a:solidFill>
                  <a:srgbClr val="030712"/>
                </a:solidFill>
                <a:effectLst/>
                <a:latin typeface="+mn-lt"/>
              </a:rPr>
              <a:t> Requisito Funcional</a:t>
            </a:r>
          </a:p>
          <a:p>
            <a:pPr algn="l">
              <a:spcAft>
                <a:spcPts val="600"/>
              </a:spcAft>
            </a:pPr>
            <a:r>
              <a:rPr lang="pt-BR" sz="2000" b="1" i="0" dirty="0">
                <a:solidFill>
                  <a:srgbClr val="030712"/>
                </a:solidFill>
                <a:effectLst/>
                <a:latin typeface="+mn-lt"/>
              </a:rPr>
              <a:t>Prioridade:</a:t>
            </a:r>
            <a:r>
              <a:rPr lang="pt-BR" sz="2000" b="0" i="0" dirty="0">
                <a:solidFill>
                  <a:srgbClr val="030712"/>
                </a:solidFill>
                <a:effectLst/>
                <a:latin typeface="+mn-lt"/>
              </a:rPr>
              <a:t> Média</a:t>
            </a:r>
          </a:p>
          <a:p>
            <a:pPr algn="l">
              <a:spcAft>
                <a:spcPts val="600"/>
              </a:spcAft>
            </a:pPr>
            <a:r>
              <a:rPr lang="pt-BR" sz="2000" b="1" i="0" dirty="0">
                <a:solidFill>
                  <a:srgbClr val="030712"/>
                </a:solidFill>
                <a:effectLst/>
                <a:latin typeface="+mn-lt"/>
              </a:rPr>
              <a:t>Fonte:</a:t>
            </a:r>
            <a:r>
              <a:rPr lang="pt-BR" sz="2000" b="0" i="0" dirty="0">
                <a:solidFill>
                  <a:srgbClr val="030712"/>
                </a:solidFill>
                <a:effectLst/>
                <a:latin typeface="+mn-lt"/>
              </a:rPr>
              <a:t> Pesquisa com clientes, entrevista com gerente de vendas</a:t>
            </a:r>
          </a:p>
          <a:p>
            <a:pPr algn="l">
              <a:spcAft>
                <a:spcPts val="600"/>
              </a:spcAft>
            </a:pPr>
            <a:r>
              <a:rPr lang="pt-BR" sz="2000" b="1" i="0" dirty="0">
                <a:solidFill>
                  <a:srgbClr val="030712"/>
                </a:solidFill>
                <a:effectLst/>
                <a:latin typeface="+mn-lt"/>
              </a:rPr>
              <a:t>Critérios de aceitação:</a:t>
            </a:r>
            <a:endParaRPr lang="pt-BR" sz="2000" b="0" i="0" dirty="0">
              <a:solidFill>
                <a:srgbClr val="030712"/>
              </a:solidFill>
              <a:effectLst/>
              <a:latin typeface="+mn-lt"/>
            </a:endParaRPr>
          </a:p>
          <a:p>
            <a:pPr algn="l">
              <a:spcAft>
                <a:spcPts val="600"/>
              </a:spcAft>
            </a:pPr>
            <a:r>
              <a:rPr lang="pt-BR" sz="2000" b="0" i="0" dirty="0">
                <a:solidFill>
                  <a:srgbClr val="030712"/>
                </a:solidFill>
                <a:effectLst/>
                <a:latin typeface="+mn-lt"/>
              </a:rPr>
              <a:t>- Usuário pode selecionar até 3 produtos para comparação</a:t>
            </a:r>
          </a:p>
          <a:p>
            <a:pPr algn="l">
              <a:spcAft>
                <a:spcPts val="600"/>
              </a:spcAft>
            </a:pPr>
            <a:r>
              <a:rPr lang="pt-BR" sz="2000" b="0" i="0" dirty="0">
                <a:solidFill>
                  <a:srgbClr val="030712"/>
                </a:solidFill>
                <a:effectLst/>
                <a:latin typeface="+mn-lt"/>
              </a:rPr>
              <a:t>- Tabela comparativa exibe todas as especificações relevantes</a:t>
            </a:r>
          </a:p>
          <a:p>
            <a:pPr algn="l">
              <a:spcAft>
                <a:spcPts val="600"/>
              </a:spcAft>
            </a:pPr>
            <a:r>
              <a:rPr lang="pt-BR" sz="2000" b="0" i="0" dirty="0">
                <a:solidFill>
                  <a:srgbClr val="030712"/>
                </a:solidFill>
                <a:effectLst/>
                <a:latin typeface="+mn-lt"/>
              </a:rPr>
              <a:t>- Diferenças entre produtos são destacadas visualmente</a:t>
            </a:r>
          </a:p>
          <a:p>
            <a:pPr algn="l">
              <a:spcAft>
                <a:spcPts val="600"/>
              </a:spcAft>
            </a:pPr>
            <a:r>
              <a:rPr lang="pt-BR" sz="2000" b="1" i="0" dirty="0">
                <a:solidFill>
                  <a:srgbClr val="030712"/>
                </a:solidFill>
                <a:effectLst/>
                <a:latin typeface="+mn-lt"/>
              </a:rPr>
              <a:t>Dependências:</a:t>
            </a:r>
            <a:r>
              <a:rPr lang="pt-BR" sz="2000" b="0" i="0" dirty="0">
                <a:solidFill>
                  <a:srgbClr val="030712"/>
                </a:solidFill>
                <a:effectLst/>
                <a:latin typeface="+mn-lt"/>
              </a:rPr>
              <a:t> RF-003 (Visualização de detalhes do produto)</a:t>
            </a:r>
          </a:p>
        </p:txBody>
      </p:sp>
      <p:sp>
        <p:nvSpPr>
          <p:cNvPr id="90" name="Google Shape;90;g16b6ce6a8b7_1_8">
            <a:extLst>
              <a:ext uri="{FF2B5EF4-FFF2-40B4-BE49-F238E27FC236}">
                <a16:creationId xmlns:a16="http://schemas.microsoft.com/office/drawing/2014/main" id="{55F55EC6-145C-3936-E837-BB6317BA2DE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704320" y="6455431"/>
            <a:ext cx="445913" cy="365125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8</a:t>
            </a:fld>
            <a:endParaRPr lang="en-US" sz="1100" kern="120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1455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8">
          <a:extLst>
            <a:ext uri="{FF2B5EF4-FFF2-40B4-BE49-F238E27FC236}">
              <a16:creationId xmlns:a16="http://schemas.microsoft.com/office/drawing/2014/main" id="{D22BFF9C-664A-BBDE-9DFE-273435B57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7" name="Rectangle 106">
            <a:extLst>
              <a:ext uri="{FF2B5EF4-FFF2-40B4-BE49-F238E27FC236}">
                <a16:creationId xmlns:a16="http://schemas.microsoft.com/office/drawing/2014/main" id="{B8F37176-04DF-E584-0124-330F7D759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C72090C7-2BB0-EF93-750E-1E26FEB8C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5EA633F3-053E-1D10-CD0B-3C8ECEC95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8324AFEE-F36C-E29B-C971-74982E47A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99184C46-1D6A-B3F8-B6D6-69EEDF6438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Google Shape;89;g16b6ce6a8b7_1_8">
            <a:extLst>
              <a:ext uri="{FF2B5EF4-FFF2-40B4-BE49-F238E27FC236}">
                <a16:creationId xmlns:a16="http://schemas.microsoft.com/office/drawing/2014/main" id="{E0B1B3D5-202E-7567-AA67-9BB422EDA0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57085" y="294538"/>
            <a:ext cx="10510466" cy="1033669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pt-BR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Técnicas de Priorização de Requisitos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1" name="Google Shape;91;g16b6ce6a8b7_1_8">
            <a:extLst>
              <a:ext uri="{FF2B5EF4-FFF2-40B4-BE49-F238E27FC236}">
                <a16:creationId xmlns:a16="http://schemas.microsoft.com/office/drawing/2014/main" id="{6F87F096-D535-C191-568E-49157AC311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7085" y="1597432"/>
            <a:ext cx="10338545" cy="4857999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algn="l"/>
            <a:r>
              <a:rPr lang="pt-BR" sz="2800" b="1" i="0" dirty="0" err="1">
                <a:solidFill>
                  <a:srgbClr val="030712"/>
                </a:solidFill>
                <a:effectLst/>
                <a:latin typeface="+mn-lt"/>
              </a:rPr>
              <a:t>MoSCoW</a:t>
            </a:r>
            <a:endParaRPr lang="pt-BR" sz="2800" b="1" i="0" dirty="0">
              <a:solidFill>
                <a:srgbClr val="030712"/>
              </a:solidFill>
              <a:effectLst/>
              <a:latin typeface="+mn-lt"/>
            </a:endParaRPr>
          </a:p>
          <a:p>
            <a:pPr algn="l"/>
            <a:r>
              <a:rPr lang="pt-BR" sz="2800" b="1" i="0" dirty="0">
                <a:solidFill>
                  <a:srgbClr val="030712"/>
                </a:solidFill>
                <a:effectLst/>
                <a:latin typeface="+mn-lt"/>
              </a:rPr>
              <a:t>M</a:t>
            </a:r>
            <a:r>
              <a:rPr lang="pt-BR" sz="2800" b="0" i="0" dirty="0">
                <a:solidFill>
                  <a:srgbClr val="030712"/>
                </a:solidFill>
                <a:effectLst/>
                <a:latin typeface="+mn-lt"/>
              </a:rPr>
              <a:t>ust </a:t>
            </a:r>
            <a:r>
              <a:rPr lang="pt-BR" sz="2800" b="0" i="0" dirty="0" err="1">
                <a:solidFill>
                  <a:srgbClr val="030712"/>
                </a:solidFill>
                <a:effectLst/>
                <a:latin typeface="+mn-lt"/>
              </a:rPr>
              <a:t>have</a:t>
            </a:r>
            <a:r>
              <a:rPr lang="pt-BR" sz="2800" b="0" i="0" dirty="0">
                <a:solidFill>
                  <a:srgbClr val="030712"/>
                </a:solidFill>
                <a:effectLst/>
                <a:latin typeface="+mn-lt"/>
              </a:rPr>
              <a:t>: Essencial para o sucesso</a:t>
            </a:r>
          </a:p>
          <a:p>
            <a:pPr algn="l"/>
            <a:r>
              <a:rPr lang="pt-BR" sz="2800" b="1" i="0" dirty="0" err="1">
                <a:solidFill>
                  <a:srgbClr val="030712"/>
                </a:solidFill>
                <a:effectLst/>
                <a:latin typeface="+mn-lt"/>
              </a:rPr>
              <a:t>S</a:t>
            </a:r>
            <a:r>
              <a:rPr lang="pt-BR" sz="2800" b="0" i="0" dirty="0" err="1">
                <a:solidFill>
                  <a:srgbClr val="030712"/>
                </a:solidFill>
                <a:effectLst/>
                <a:latin typeface="+mn-lt"/>
              </a:rPr>
              <a:t>hould</a:t>
            </a:r>
            <a:r>
              <a:rPr lang="pt-BR" sz="2800" b="0" i="0" dirty="0">
                <a:solidFill>
                  <a:srgbClr val="030712"/>
                </a:solidFill>
                <a:effectLst/>
                <a:latin typeface="+mn-lt"/>
              </a:rPr>
              <a:t> </a:t>
            </a:r>
            <a:r>
              <a:rPr lang="pt-BR" sz="2800" b="0" i="0" dirty="0" err="1">
                <a:solidFill>
                  <a:srgbClr val="030712"/>
                </a:solidFill>
                <a:effectLst/>
                <a:latin typeface="+mn-lt"/>
              </a:rPr>
              <a:t>have</a:t>
            </a:r>
            <a:r>
              <a:rPr lang="pt-BR" sz="2800" b="0" i="0" dirty="0">
                <a:solidFill>
                  <a:srgbClr val="030712"/>
                </a:solidFill>
                <a:effectLst/>
                <a:latin typeface="+mn-lt"/>
              </a:rPr>
              <a:t>: Importante, mas não crítico</a:t>
            </a:r>
          </a:p>
          <a:p>
            <a:pPr algn="l"/>
            <a:r>
              <a:rPr lang="pt-BR" sz="2800" b="1" i="0" dirty="0" err="1">
                <a:solidFill>
                  <a:srgbClr val="030712"/>
                </a:solidFill>
                <a:effectLst/>
                <a:latin typeface="+mn-lt"/>
              </a:rPr>
              <a:t>C</a:t>
            </a:r>
            <a:r>
              <a:rPr lang="pt-BR" sz="2800" b="0" i="0" dirty="0" err="1">
                <a:solidFill>
                  <a:srgbClr val="030712"/>
                </a:solidFill>
                <a:effectLst/>
                <a:latin typeface="+mn-lt"/>
              </a:rPr>
              <a:t>ould</a:t>
            </a:r>
            <a:r>
              <a:rPr lang="pt-BR" sz="2800" b="0" i="0" dirty="0">
                <a:solidFill>
                  <a:srgbClr val="030712"/>
                </a:solidFill>
                <a:effectLst/>
                <a:latin typeface="+mn-lt"/>
              </a:rPr>
              <a:t> </a:t>
            </a:r>
            <a:r>
              <a:rPr lang="pt-BR" sz="2800" b="0" i="0" dirty="0" err="1">
                <a:solidFill>
                  <a:srgbClr val="030712"/>
                </a:solidFill>
                <a:effectLst/>
                <a:latin typeface="+mn-lt"/>
              </a:rPr>
              <a:t>have</a:t>
            </a:r>
            <a:r>
              <a:rPr lang="pt-BR" sz="2800" b="0" i="0" dirty="0">
                <a:solidFill>
                  <a:srgbClr val="030712"/>
                </a:solidFill>
                <a:effectLst/>
                <a:latin typeface="+mn-lt"/>
              </a:rPr>
              <a:t>: Desejável se houver recursos</a:t>
            </a:r>
          </a:p>
          <a:p>
            <a:pPr algn="l"/>
            <a:r>
              <a:rPr lang="pt-BR" sz="2800" b="1" i="0" dirty="0" err="1">
                <a:solidFill>
                  <a:srgbClr val="030712"/>
                </a:solidFill>
                <a:effectLst/>
                <a:latin typeface="+mn-lt"/>
              </a:rPr>
              <a:t>W</a:t>
            </a:r>
            <a:r>
              <a:rPr lang="pt-BR" sz="2800" b="0" i="0" dirty="0" err="1">
                <a:solidFill>
                  <a:srgbClr val="030712"/>
                </a:solidFill>
                <a:effectLst/>
                <a:latin typeface="+mn-lt"/>
              </a:rPr>
              <a:t>on't</a:t>
            </a:r>
            <a:r>
              <a:rPr lang="pt-BR" sz="2800" b="0" i="0" dirty="0">
                <a:solidFill>
                  <a:srgbClr val="030712"/>
                </a:solidFill>
                <a:effectLst/>
                <a:latin typeface="+mn-lt"/>
              </a:rPr>
              <a:t> </a:t>
            </a:r>
            <a:r>
              <a:rPr lang="pt-BR" sz="2800" b="0" i="0" dirty="0" err="1">
                <a:solidFill>
                  <a:srgbClr val="030712"/>
                </a:solidFill>
                <a:effectLst/>
                <a:latin typeface="+mn-lt"/>
              </a:rPr>
              <a:t>have</a:t>
            </a:r>
            <a:r>
              <a:rPr lang="pt-BR" sz="2800" b="0" i="0" dirty="0">
                <a:solidFill>
                  <a:srgbClr val="030712"/>
                </a:solidFill>
                <a:effectLst/>
                <a:latin typeface="+mn-lt"/>
              </a:rPr>
              <a:t> (</a:t>
            </a:r>
            <a:r>
              <a:rPr lang="pt-BR" sz="2800" b="0" i="0" dirty="0" err="1">
                <a:solidFill>
                  <a:srgbClr val="030712"/>
                </a:solidFill>
                <a:effectLst/>
                <a:latin typeface="+mn-lt"/>
              </a:rPr>
              <a:t>this</a:t>
            </a:r>
            <a:r>
              <a:rPr lang="pt-BR" sz="2800" b="0" i="0" dirty="0">
                <a:solidFill>
                  <a:srgbClr val="030712"/>
                </a:solidFill>
                <a:effectLst/>
                <a:latin typeface="+mn-lt"/>
              </a:rPr>
              <a:t> time): Não será implementado agora</a:t>
            </a:r>
          </a:p>
          <a:p>
            <a:pPr algn="l"/>
            <a:endParaRPr lang="pt-BR" sz="2800" b="0" i="0" dirty="0">
              <a:solidFill>
                <a:srgbClr val="030712"/>
              </a:solidFill>
              <a:effectLst/>
              <a:latin typeface="+mn-lt"/>
            </a:endParaRPr>
          </a:p>
          <a:p>
            <a:pPr algn="l"/>
            <a:r>
              <a:rPr lang="pt-BR" sz="2800" b="1" i="0" dirty="0">
                <a:solidFill>
                  <a:srgbClr val="030712"/>
                </a:solidFill>
                <a:effectLst/>
                <a:latin typeface="+mn-lt"/>
              </a:rPr>
              <a:t>Matriz de Valor/Esforço</a:t>
            </a:r>
          </a:p>
          <a:p>
            <a:pPr algn="l"/>
            <a:r>
              <a:rPr lang="pt-BR" sz="2800" b="0" i="0" dirty="0">
                <a:solidFill>
                  <a:srgbClr val="030712"/>
                </a:solidFill>
                <a:effectLst/>
                <a:latin typeface="+mn-lt"/>
              </a:rPr>
              <a:t>Posiciona requisitos considerando valor para o negócio vs. esforço de implementação</a:t>
            </a:r>
          </a:p>
        </p:txBody>
      </p:sp>
      <p:sp>
        <p:nvSpPr>
          <p:cNvPr id="90" name="Google Shape;90;g16b6ce6a8b7_1_8">
            <a:extLst>
              <a:ext uri="{FF2B5EF4-FFF2-40B4-BE49-F238E27FC236}">
                <a16:creationId xmlns:a16="http://schemas.microsoft.com/office/drawing/2014/main" id="{26F1737B-160D-F1B3-4B09-AE0DA9A6A0C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704320" y="6455431"/>
            <a:ext cx="445913" cy="365125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9</a:t>
            </a:fld>
            <a:endParaRPr lang="en-US" sz="1100" kern="120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5990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8">
          <a:extLst>
            <a:ext uri="{FF2B5EF4-FFF2-40B4-BE49-F238E27FC236}">
              <a16:creationId xmlns:a16="http://schemas.microsoft.com/office/drawing/2014/main" id="{BF7F0A3C-22A6-9D39-1EFD-6960669AB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7" name="Rectangle 106">
            <a:extLst>
              <a:ext uri="{FF2B5EF4-FFF2-40B4-BE49-F238E27FC236}">
                <a16:creationId xmlns:a16="http://schemas.microsoft.com/office/drawing/2014/main" id="{BCA5A123-17C6-68C5-D73D-7F2AC733B4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876B4A87-694A-0AD1-E3A4-C459C7FC3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8CFBC29B-9E4B-96DD-8B3B-88743EF713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C674E298-08CA-779C-164B-9F967E1741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6DFB2C70-E34F-7355-9949-AF3C6E766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Google Shape;89;g16b6ce6a8b7_1_8">
            <a:extLst>
              <a:ext uri="{FF2B5EF4-FFF2-40B4-BE49-F238E27FC236}">
                <a16:creationId xmlns:a16="http://schemas.microsoft.com/office/drawing/2014/main" id="{09E897FC-876B-DE52-9C45-F4553AFA3E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57085" y="294538"/>
            <a:ext cx="10510466" cy="1033669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pt-BR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Matriz de Valor / Esforço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0" name="Google Shape;90;g16b6ce6a8b7_1_8">
            <a:extLst>
              <a:ext uri="{FF2B5EF4-FFF2-40B4-BE49-F238E27FC236}">
                <a16:creationId xmlns:a16="http://schemas.microsoft.com/office/drawing/2014/main" id="{458DCC76-65A6-ED32-8396-8F2447E99B5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704320" y="6455431"/>
            <a:ext cx="445913" cy="365125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10</a:t>
            </a:fld>
            <a:endParaRPr lang="en-US" sz="1100" kern="120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0225FC7-CB03-5EB6-B5D5-895461675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4566" y="1980165"/>
            <a:ext cx="8555503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750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8">
          <a:extLst>
            <a:ext uri="{FF2B5EF4-FFF2-40B4-BE49-F238E27FC236}">
              <a16:creationId xmlns:a16="http://schemas.microsoft.com/office/drawing/2014/main" id="{9C397B3B-9307-15E9-98B4-AF544809D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7" name="Rectangle 106">
            <a:extLst>
              <a:ext uri="{FF2B5EF4-FFF2-40B4-BE49-F238E27FC236}">
                <a16:creationId xmlns:a16="http://schemas.microsoft.com/office/drawing/2014/main" id="{21F5D59B-35AF-0AA2-44A3-68C72A884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CE277038-10D0-9FDB-E8B8-5E1580C182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4CF2789A-4A40-51E7-EF20-386A4DE8BC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61E82BE1-5394-E403-833A-E754E1C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09465B61-31E2-2A34-9C3D-23FBC573FE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Google Shape;89;g16b6ce6a8b7_1_8">
            <a:extLst>
              <a:ext uri="{FF2B5EF4-FFF2-40B4-BE49-F238E27FC236}">
                <a16:creationId xmlns:a16="http://schemas.microsoft.com/office/drawing/2014/main" id="{69647D08-0E4C-78BD-7CAE-1B3B2B1325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57085" y="294538"/>
            <a:ext cx="10510466" cy="1033669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pt-BR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Identificação de Dependências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1" name="Google Shape;91;g16b6ce6a8b7_1_8">
            <a:extLst>
              <a:ext uri="{FF2B5EF4-FFF2-40B4-BE49-F238E27FC236}">
                <a16:creationId xmlns:a16="http://schemas.microsoft.com/office/drawing/2014/main" id="{26091B14-F498-FBE9-BAE2-7487CFB3ED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7085" y="1597432"/>
            <a:ext cx="10338545" cy="4404123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 fontScale="92500" lnSpcReduction="20000"/>
          </a:bodyPr>
          <a:lstStyle/>
          <a:p>
            <a:pPr algn="l"/>
            <a:r>
              <a:rPr lang="pt-BR" sz="2400" b="0" i="0" dirty="0">
                <a:solidFill>
                  <a:srgbClr val="030712"/>
                </a:solidFill>
                <a:effectLst/>
                <a:latin typeface="+mn-lt"/>
              </a:rPr>
              <a:t>Tipos de dependências entre requisitos:</a:t>
            </a:r>
          </a:p>
          <a:p>
            <a:pPr algn="l"/>
            <a:r>
              <a:rPr lang="pt-BR" sz="2400" b="1" i="0" dirty="0">
                <a:solidFill>
                  <a:srgbClr val="030712"/>
                </a:solidFill>
                <a:effectLst/>
                <a:latin typeface="+mn-lt"/>
              </a:rPr>
              <a:t>Dependência obrigatória:</a:t>
            </a:r>
            <a:r>
              <a:rPr lang="pt-BR" sz="2400" b="0" i="0" dirty="0">
                <a:solidFill>
                  <a:srgbClr val="030712"/>
                </a:solidFill>
                <a:effectLst/>
                <a:latin typeface="+mn-lt"/>
              </a:rPr>
              <a:t> Um requisito não pode ser implementado sem que outro tenha sido implementado antes</a:t>
            </a:r>
          </a:p>
          <a:p>
            <a:pPr algn="l"/>
            <a:r>
              <a:rPr lang="pt-BR" sz="2400" b="1" i="0" dirty="0">
                <a:solidFill>
                  <a:srgbClr val="030712"/>
                </a:solidFill>
                <a:effectLst/>
                <a:latin typeface="+mn-lt"/>
              </a:rPr>
              <a:t>Dependência de valor:</a:t>
            </a:r>
            <a:r>
              <a:rPr lang="pt-BR" sz="2400" b="0" i="0" dirty="0">
                <a:solidFill>
                  <a:srgbClr val="030712"/>
                </a:solidFill>
                <a:effectLst/>
                <a:latin typeface="+mn-lt"/>
              </a:rPr>
              <a:t> Um requisito tem seu valor aumentado pela presença de outro</a:t>
            </a:r>
          </a:p>
          <a:p>
            <a:pPr algn="l"/>
            <a:r>
              <a:rPr lang="pt-BR" sz="2400" b="1" i="0" dirty="0">
                <a:solidFill>
                  <a:srgbClr val="030712"/>
                </a:solidFill>
                <a:effectLst/>
                <a:latin typeface="+mn-lt"/>
              </a:rPr>
              <a:t>Dependência de informação:</a:t>
            </a:r>
            <a:r>
              <a:rPr lang="pt-BR" sz="2400" b="0" i="0" dirty="0">
                <a:solidFill>
                  <a:srgbClr val="030712"/>
                </a:solidFill>
                <a:effectLst/>
                <a:latin typeface="+mn-lt"/>
              </a:rPr>
              <a:t> A implementação de um requisito fornece informações necessárias para outro</a:t>
            </a:r>
          </a:p>
          <a:p>
            <a:pPr algn="l">
              <a:lnSpc>
                <a:spcPct val="160000"/>
              </a:lnSpc>
            </a:pPr>
            <a:r>
              <a:rPr lang="pt-BR" sz="2400" b="1" i="0" dirty="0">
                <a:solidFill>
                  <a:srgbClr val="030712"/>
                </a:solidFill>
                <a:effectLst/>
                <a:latin typeface="+mn-lt"/>
              </a:rPr>
              <a:t>Dependência de recurso:</a:t>
            </a:r>
            <a:r>
              <a:rPr lang="pt-BR" sz="2400" b="0" i="0" dirty="0">
                <a:solidFill>
                  <a:srgbClr val="030712"/>
                </a:solidFill>
                <a:effectLst/>
                <a:latin typeface="+mn-lt"/>
              </a:rPr>
              <a:t> Requisitos competem pelos mesmos recursos limitados</a:t>
            </a:r>
          </a:p>
          <a:p>
            <a:pPr algn="l"/>
            <a:endParaRPr lang="pt-BR" sz="2400" b="0" i="0" dirty="0">
              <a:solidFill>
                <a:srgbClr val="030712"/>
              </a:solidFill>
              <a:effectLst/>
              <a:latin typeface="+mn-lt"/>
            </a:endParaRPr>
          </a:p>
          <a:p>
            <a:pPr algn="l"/>
            <a:endParaRPr lang="pt-BR" sz="2400" dirty="0">
              <a:solidFill>
                <a:srgbClr val="030712"/>
              </a:solidFill>
              <a:latin typeface="+mn-lt"/>
            </a:endParaRPr>
          </a:p>
          <a:p>
            <a:pPr algn="l"/>
            <a:r>
              <a:rPr lang="pt-BR" sz="2400" b="0" i="0" dirty="0">
                <a:solidFill>
                  <a:srgbClr val="030712"/>
                </a:solidFill>
                <a:effectLst/>
                <a:latin typeface="+mn-lt"/>
              </a:rPr>
              <a:t>Ferramentas para visualizar dependências:</a:t>
            </a:r>
          </a:p>
          <a:p>
            <a:pPr algn="l"/>
            <a:r>
              <a:rPr lang="pt-BR" sz="2400" b="0" i="0" dirty="0">
                <a:solidFill>
                  <a:srgbClr val="030712"/>
                </a:solidFill>
                <a:effectLst/>
                <a:latin typeface="+mn-lt"/>
              </a:rPr>
              <a:t>Matrizes de dependência, Grafos direcionados, Ferramentas de rastreabilidade</a:t>
            </a:r>
          </a:p>
        </p:txBody>
      </p:sp>
      <p:sp>
        <p:nvSpPr>
          <p:cNvPr id="90" name="Google Shape;90;g16b6ce6a8b7_1_8">
            <a:extLst>
              <a:ext uri="{FF2B5EF4-FFF2-40B4-BE49-F238E27FC236}">
                <a16:creationId xmlns:a16="http://schemas.microsoft.com/office/drawing/2014/main" id="{CB695E94-661E-3495-8602-93125EDDC7F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704320" y="6455431"/>
            <a:ext cx="445913" cy="365125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11</a:t>
            </a:fld>
            <a:endParaRPr lang="en-US" sz="1100" kern="120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7506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8">
          <a:extLst>
            <a:ext uri="{FF2B5EF4-FFF2-40B4-BE49-F238E27FC236}">
              <a16:creationId xmlns:a16="http://schemas.microsoft.com/office/drawing/2014/main" id="{953951C6-5873-BA8B-2828-B8D22929C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7" name="Rectangle 106">
            <a:extLst>
              <a:ext uri="{FF2B5EF4-FFF2-40B4-BE49-F238E27FC236}">
                <a16:creationId xmlns:a16="http://schemas.microsoft.com/office/drawing/2014/main" id="{F9E47510-F584-322E-B522-F68E0163B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BB4F0D41-543F-1609-DF80-E89F91660B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A4B4A9B7-2EA4-6AE8-A403-4A210060A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8D5A2C27-0F13-6CB0-C988-CC6CDB4060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C62D3690-7075-25B0-DA23-98AC82BD1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Google Shape;89;g16b6ce6a8b7_1_8">
            <a:extLst>
              <a:ext uri="{FF2B5EF4-FFF2-40B4-BE49-F238E27FC236}">
                <a16:creationId xmlns:a16="http://schemas.microsoft.com/office/drawing/2014/main" id="{694EC0A1-2820-BAAC-BFB0-3ECF0A4008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57085" y="294538"/>
            <a:ext cx="10510466" cy="1033669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pt-BR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Identificação de Dependências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1" name="Google Shape;91;g16b6ce6a8b7_1_8">
            <a:extLst>
              <a:ext uri="{FF2B5EF4-FFF2-40B4-BE49-F238E27FC236}">
                <a16:creationId xmlns:a16="http://schemas.microsoft.com/office/drawing/2014/main" id="{5E81F9AC-9BA6-57F7-45CA-603F16AB4D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7085" y="1597432"/>
            <a:ext cx="10338545" cy="4404123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algn="l">
              <a:spcAft>
                <a:spcPts val="600"/>
              </a:spcAft>
            </a:pPr>
            <a:r>
              <a:rPr lang="pt-BR" sz="2000" b="0" i="0" dirty="0">
                <a:solidFill>
                  <a:srgbClr val="030712"/>
                </a:solidFill>
                <a:effectLst/>
                <a:latin typeface="+mn-lt"/>
              </a:rPr>
              <a:t>Conflitos comuns entre requisitos:</a:t>
            </a:r>
          </a:p>
          <a:p>
            <a:pPr algn="l">
              <a:spcAft>
                <a:spcPts val="600"/>
              </a:spcAft>
            </a:pPr>
            <a:r>
              <a:rPr lang="pt-BR" sz="2000" b="1" i="0" dirty="0">
                <a:solidFill>
                  <a:srgbClr val="030712"/>
                </a:solidFill>
                <a:effectLst/>
                <a:latin typeface="+mn-lt"/>
              </a:rPr>
              <a:t>Contradições diretas:</a:t>
            </a:r>
            <a:r>
              <a:rPr lang="pt-BR" sz="2000" b="0" i="0" dirty="0">
                <a:solidFill>
                  <a:srgbClr val="030712"/>
                </a:solidFill>
                <a:effectLst/>
                <a:latin typeface="+mn-lt"/>
              </a:rPr>
              <a:t> Um requisito nega ou impede outro</a:t>
            </a:r>
          </a:p>
          <a:p>
            <a:pPr algn="l">
              <a:spcAft>
                <a:spcPts val="600"/>
              </a:spcAft>
            </a:pPr>
            <a:r>
              <a:rPr lang="pt-BR" sz="2000" b="1" i="0" dirty="0">
                <a:solidFill>
                  <a:srgbClr val="030712"/>
                </a:solidFill>
                <a:effectLst/>
                <a:latin typeface="+mn-lt"/>
              </a:rPr>
              <a:t>Competição por recursos:</a:t>
            </a:r>
            <a:r>
              <a:rPr lang="pt-BR" sz="2000" b="0" i="0" dirty="0">
                <a:solidFill>
                  <a:srgbClr val="030712"/>
                </a:solidFill>
                <a:effectLst/>
                <a:latin typeface="+mn-lt"/>
              </a:rPr>
              <a:t> Implementação simultânea excede recursos disponíveis</a:t>
            </a:r>
          </a:p>
          <a:p>
            <a:pPr algn="l">
              <a:spcAft>
                <a:spcPts val="600"/>
              </a:spcAft>
            </a:pPr>
            <a:r>
              <a:rPr lang="pt-BR" sz="2000" b="1" i="0" dirty="0">
                <a:solidFill>
                  <a:srgbClr val="030712"/>
                </a:solidFill>
                <a:effectLst/>
                <a:latin typeface="+mn-lt"/>
              </a:rPr>
              <a:t>Divergência de prioridades:</a:t>
            </a:r>
            <a:r>
              <a:rPr lang="pt-BR" sz="2000" b="0" i="0" dirty="0">
                <a:solidFill>
                  <a:srgbClr val="030712"/>
                </a:solidFill>
                <a:effectLst/>
                <a:latin typeface="+mn-lt"/>
              </a:rPr>
              <a:t> Stakeholders atribuem prioridades conflitantes</a:t>
            </a:r>
          </a:p>
          <a:p>
            <a:pPr algn="l">
              <a:spcAft>
                <a:spcPts val="600"/>
              </a:spcAft>
            </a:pPr>
            <a:endParaRPr lang="pt-BR" sz="2000" b="0" i="0" dirty="0">
              <a:solidFill>
                <a:srgbClr val="030712"/>
              </a:solidFill>
              <a:effectLst/>
              <a:latin typeface="+mn-lt"/>
            </a:endParaRPr>
          </a:p>
          <a:p>
            <a:pPr algn="l">
              <a:spcAft>
                <a:spcPts val="600"/>
              </a:spcAft>
            </a:pPr>
            <a:r>
              <a:rPr lang="pt-BR" sz="2000" b="0" i="0" dirty="0">
                <a:solidFill>
                  <a:srgbClr val="030712"/>
                </a:solidFill>
                <a:effectLst/>
                <a:latin typeface="+mn-lt"/>
              </a:rPr>
              <a:t>Estratégias para resolução:</a:t>
            </a:r>
          </a:p>
          <a:p>
            <a:pPr marL="57150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000" b="0" i="0" dirty="0">
                <a:solidFill>
                  <a:srgbClr val="030712"/>
                </a:solidFill>
                <a:effectLst/>
                <a:latin typeface="+mn-lt"/>
              </a:rPr>
              <a:t>Promover diálogo entre stakeholders</a:t>
            </a:r>
          </a:p>
          <a:p>
            <a:pPr marL="57150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000" b="0" i="0" dirty="0">
                <a:solidFill>
                  <a:srgbClr val="030712"/>
                </a:solidFill>
                <a:effectLst/>
                <a:latin typeface="+mn-lt"/>
              </a:rPr>
              <a:t>Buscar compromissos técnicos</a:t>
            </a:r>
          </a:p>
          <a:p>
            <a:pPr marL="57150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000" b="0" i="0" dirty="0">
                <a:solidFill>
                  <a:srgbClr val="030712"/>
                </a:solidFill>
                <a:effectLst/>
                <a:latin typeface="+mn-lt"/>
              </a:rPr>
              <a:t>Repensar o escopo</a:t>
            </a:r>
          </a:p>
          <a:p>
            <a:pPr marL="57150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000" b="0" i="0" dirty="0">
                <a:solidFill>
                  <a:srgbClr val="030712"/>
                </a:solidFill>
                <a:effectLst/>
                <a:latin typeface="+mn-lt"/>
              </a:rPr>
              <a:t>Dividir em fases</a:t>
            </a:r>
          </a:p>
          <a:p>
            <a:pPr marL="57150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000" b="0" i="0" dirty="0">
                <a:solidFill>
                  <a:srgbClr val="030712"/>
                </a:solidFill>
                <a:effectLst/>
                <a:latin typeface="+mn-lt"/>
              </a:rPr>
              <a:t>Analisar trade-</a:t>
            </a:r>
            <a:r>
              <a:rPr lang="pt-BR" sz="2000" b="0" i="0" dirty="0" err="1">
                <a:solidFill>
                  <a:srgbClr val="030712"/>
                </a:solidFill>
                <a:effectLst/>
                <a:latin typeface="+mn-lt"/>
              </a:rPr>
              <a:t>offs</a:t>
            </a:r>
            <a:endParaRPr lang="pt-BR" sz="2000" b="0" i="0" dirty="0">
              <a:solidFill>
                <a:srgbClr val="030712"/>
              </a:solidFill>
              <a:effectLst/>
              <a:latin typeface="+mn-lt"/>
            </a:endParaRPr>
          </a:p>
        </p:txBody>
      </p:sp>
      <p:sp>
        <p:nvSpPr>
          <p:cNvPr id="90" name="Google Shape;90;g16b6ce6a8b7_1_8">
            <a:extLst>
              <a:ext uri="{FF2B5EF4-FFF2-40B4-BE49-F238E27FC236}">
                <a16:creationId xmlns:a16="http://schemas.microsoft.com/office/drawing/2014/main" id="{186FD18A-574C-29B3-63CD-33B6C1BC2E5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704320" y="6455431"/>
            <a:ext cx="445913" cy="365125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12</a:t>
            </a:fld>
            <a:endParaRPr lang="en-US" sz="1100" kern="120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08495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6" name="Rectangle 235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5" name="Picture 224" descr="Figura humana em madeira">
            <a:extLst>
              <a:ext uri="{FF2B5EF4-FFF2-40B4-BE49-F238E27FC236}">
                <a16:creationId xmlns:a16="http://schemas.microsoft.com/office/drawing/2014/main" id="{BDCFF9D2-6A83-F12C-7275-8EA73C5350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3298" b="909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38" name="Rectangle 237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3" name="Google Shape;223;p14"/>
          <p:cNvSpPr txBox="1"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  <a:buSzPts val="4400"/>
            </a:pPr>
            <a:r>
              <a:rPr lang="en-US"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Dúvidas?</a:t>
            </a:r>
            <a:endParaRPr lang="en-US" sz="48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6" name="Rectangle 247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8" name="Google Shape;228;g1e277b18323_0_0"/>
          <p:cNvSpPr txBox="1">
            <a:spLocks noGrp="1"/>
          </p:cNvSpPr>
          <p:nvPr>
            <p:ph type="title"/>
          </p:nvPr>
        </p:nvSpPr>
        <p:spPr>
          <a:xfrm>
            <a:off x="2197101" y="735283"/>
            <a:ext cx="4978399" cy="3165045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  <a:buSzPts val="4400"/>
            </a:pPr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Atividade</a:t>
            </a:r>
          </a:p>
        </p:txBody>
      </p:sp>
      <p:pic>
        <p:nvPicPr>
          <p:cNvPr id="243" name="Graphic 242" descr="Lápis">
            <a:extLst>
              <a:ext uri="{FF2B5EF4-FFF2-40B4-BE49-F238E27FC236}">
                <a16:creationId xmlns:a16="http://schemas.microsoft.com/office/drawing/2014/main" id="{787FBBA8-D307-F112-7966-911DC28D96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245" name="Graphic 244" descr="Lápis">
            <a:extLst>
              <a:ext uri="{FF2B5EF4-FFF2-40B4-BE49-F238E27FC236}">
                <a16:creationId xmlns:a16="http://schemas.microsoft.com/office/drawing/2014/main" id="{0AEDC9F2-F2EF-48AB-8995-0799666901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" grpId="0"/>
    </p:bld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1254</TotalTime>
  <Words>612</Words>
  <Application>Microsoft Office PowerPoint</Application>
  <PresentationFormat>Widescreen</PresentationFormat>
  <Paragraphs>110</Paragraphs>
  <Slides>14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14</vt:i4>
      </vt:variant>
    </vt:vector>
  </HeadingPairs>
  <TitlesOfParts>
    <vt:vector size="19" baseType="lpstr">
      <vt:lpstr>Arial</vt:lpstr>
      <vt:lpstr>Calibri</vt:lpstr>
      <vt:lpstr>ui-sans-serif</vt:lpstr>
      <vt:lpstr>Tema do Office</vt:lpstr>
      <vt:lpstr>1_Tema do Office</vt:lpstr>
      <vt:lpstr>Modelagem de Software</vt:lpstr>
      <vt:lpstr>Classificação e  Organização de Requisitos</vt:lpstr>
      <vt:lpstr>Importância da Classificação de Requisitos</vt:lpstr>
      <vt:lpstr>Exemplos de Requisitos Funcionais</vt:lpstr>
      <vt:lpstr>Requisitos Não-Funcionais</vt:lpstr>
      <vt:lpstr>Exemplos de Requisitos Não-Funcionais</vt:lpstr>
      <vt:lpstr>Documentação de Requisitos</vt:lpstr>
      <vt:lpstr>Exemplo de Documentação</vt:lpstr>
      <vt:lpstr>Técnicas de Priorização de Requisitos</vt:lpstr>
      <vt:lpstr>Matriz de Valor / Esforço</vt:lpstr>
      <vt:lpstr>Identificação de Dependências</vt:lpstr>
      <vt:lpstr>Identificação de Dependências</vt:lpstr>
      <vt:lpstr>Dúvidas?</vt:lpstr>
      <vt:lpstr>Atividade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Victor Akio Zukeran</dc:creator>
  <cp:lastModifiedBy>Leide Aparecida Vieira</cp:lastModifiedBy>
  <cp:revision>5</cp:revision>
  <dcterms:created xsi:type="dcterms:W3CDTF">2013-10-10T17:31:52Z</dcterms:created>
  <dcterms:modified xsi:type="dcterms:W3CDTF">2025-02-28T23:27:50Z</dcterms:modified>
</cp:coreProperties>
</file>